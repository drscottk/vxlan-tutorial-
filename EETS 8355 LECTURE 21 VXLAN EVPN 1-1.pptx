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88" r:id="rId1"/>
  </p:sldMasterIdLst>
  <p:notesMasterIdLst>
    <p:notesMasterId r:id="rId35"/>
  </p:notesMasterIdLst>
  <p:handoutMasterIdLst>
    <p:handoutMasterId r:id="rId36"/>
  </p:handoutMasterIdLst>
  <p:sldIdLst>
    <p:sldId id="1031" r:id="rId2"/>
    <p:sldId id="1275" r:id="rId3"/>
    <p:sldId id="1249" r:id="rId4"/>
    <p:sldId id="1250" r:id="rId5"/>
    <p:sldId id="1274" r:id="rId6"/>
    <p:sldId id="1276" r:id="rId7"/>
    <p:sldId id="1251" r:id="rId8"/>
    <p:sldId id="1254" r:id="rId9"/>
    <p:sldId id="1257" r:id="rId10"/>
    <p:sldId id="1259" r:id="rId11"/>
    <p:sldId id="1277" r:id="rId12"/>
    <p:sldId id="1278" r:id="rId13"/>
    <p:sldId id="1268" r:id="rId14"/>
    <p:sldId id="1279" r:id="rId15"/>
    <p:sldId id="1280" r:id="rId16"/>
    <p:sldId id="1281" r:id="rId17"/>
    <p:sldId id="1284" r:id="rId18"/>
    <p:sldId id="1283" r:id="rId19"/>
    <p:sldId id="1341" r:id="rId20"/>
    <p:sldId id="1340" r:id="rId21"/>
    <p:sldId id="1285" r:id="rId22"/>
    <p:sldId id="1288" r:id="rId23"/>
    <p:sldId id="1287" r:id="rId24"/>
    <p:sldId id="1344" r:id="rId25"/>
    <p:sldId id="1345" r:id="rId26"/>
    <p:sldId id="1289" r:id="rId27"/>
    <p:sldId id="1290" r:id="rId28"/>
    <p:sldId id="1291" r:id="rId29"/>
    <p:sldId id="1292" r:id="rId30"/>
    <p:sldId id="1293" r:id="rId31"/>
    <p:sldId id="1294" r:id="rId32"/>
    <p:sldId id="1296" r:id="rId33"/>
    <p:sldId id="1297" r:id="rId34"/>
  </p:sldIdLst>
  <p:sldSz cx="9144000" cy="5715000" type="screen16x10"/>
  <p:notesSz cx="6858000" cy="9313863"/>
  <p:defaultTextStyle>
    <a:defPPr>
      <a:defRPr lang="en-US"/>
    </a:defPPr>
    <a:lvl1pPr algn="l" defTabSz="455613"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5613" indent="1588" algn="l" defTabSz="455613"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1225" indent="3175" algn="l" defTabSz="455613"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68425" indent="3175" algn="l" defTabSz="455613"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4038" indent="4763" algn="l" defTabSz="455613"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800">
          <p15:clr>
            <a:srgbClr val="A4A3A4"/>
          </p15:clr>
        </p15:guide>
      </p15:sldGuideLst>
    </p:ext>
    <p:ext uri="{2D200454-40CA-4A62-9FC3-DE9A4176ACB9}">
      <p15:notesGuideLst xmlns:p15="http://schemas.microsoft.com/office/powerpoint/2012/main">
        <p15:guide id="1" orient="horz" pos="2934">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0000FF"/>
    <a:srgbClr val="66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85995" autoAdjust="0"/>
  </p:normalViewPr>
  <p:slideViewPr>
    <p:cSldViewPr snapToObjects="1">
      <p:cViewPr varScale="1">
        <p:scale>
          <a:sx n="90" d="100"/>
          <a:sy n="90" d="100"/>
        </p:scale>
        <p:origin x="1037" y="53"/>
      </p:cViewPr>
      <p:guideLst>
        <p:guide orient="horz" pos="2160"/>
        <p:guide pos="2880"/>
        <p:guide orient="horz" pos="1800"/>
      </p:guideLst>
    </p:cSldViewPr>
  </p:slideViewPr>
  <p:outlineViewPr>
    <p:cViewPr>
      <p:scale>
        <a:sx n="33" d="100"/>
        <a:sy n="33" d="100"/>
      </p:scale>
      <p:origin x="0" y="4248"/>
    </p:cViewPr>
  </p:outlineViewPr>
  <p:notesTextViewPr>
    <p:cViewPr>
      <p:scale>
        <a:sx n="100" d="100"/>
        <a:sy n="100" d="100"/>
      </p:scale>
      <p:origin x="0" y="0"/>
    </p:cViewPr>
  </p:notesTextViewPr>
  <p:sorterViewPr>
    <p:cViewPr varScale="1">
      <p:scale>
        <a:sx n="1" d="1"/>
        <a:sy n="1" d="1"/>
      </p:scale>
      <p:origin x="0" y="-19428"/>
    </p:cViewPr>
  </p:sorterViewPr>
  <p:notesViewPr>
    <p:cSldViewPr snapToObjects="1">
      <p:cViewPr varScale="1">
        <p:scale>
          <a:sx n="85" d="100"/>
          <a:sy n="85" d="100"/>
        </p:scale>
        <p:origin x="-3024" y="-84"/>
      </p:cViewPr>
      <p:guideLst>
        <p:guide orient="horz" pos="2934"/>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71800" cy="465138"/>
          </a:xfrm>
          <a:prstGeom prst="rect">
            <a:avLst/>
          </a:prstGeom>
          <a:noFill/>
          <a:ln w="9525">
            <a:noFill/>
            <a:miter lim="800000"/>
            <a:headEnd/>
            <a:tailEnd/>
          </a:ln>
        </p:spPr>
        <p:txBody>
          <a:bodyPr vert="horz" wrap="square" lIns="92360" tIns="46180" rIns="92360" bIns="46180" numCol="1" anchor="t" anchorCtr="0" compatLnSpc="1">
            <a:prstTxWarp prst="textNoShape">
              <a:avLst/>
            </a:prstTxWarp>
          </a:bodyPr>
          <a:lstStyle>
            <a:lvl1pPr defTabSz="453548" eaLnBrk="1" hangingPunct="1">
              <a:defRPr sz="1200">
                <a:latin typeface="Calibri" pitchFamily="34" charset="0"/>
              </a:defRPr>
            </a:lvl1pPr>
          </a:lstStyle>
          <a:p>
            <a:pPr>
              <a:defRPr/>
            </a:pPr>
            <a:endParaRPr lang="en-US"/>
          </a:p>
        </p:txBody>
      </p:sp>
      <p:sp>
        <p:nvSpPr>
          <p:cNvPr id="3" name="Date Placeholder 2"/>
          <p:cNvSpPr>
            <a:spLocks noGrp="1"/>
          </p:cNvSpPr>
          <p:nvPr>
            <p:ph type="dt" sz="quarter" idx="1"/>
          </p:nvPr>
        </p:nvSpPr>
        <p:spPr bwMode="auto">
          <a:xfrm>
            <a:off x="3884613" y="0"/>
            <a:ext cx="2971800" cy="465138"/>
          </a:xfrm>
          <a:prstGeom prst="rect">
            <a:avLst/>
          </a:prstGeom>
          <a:noFill/>
          <a:ln w="9525">
            <a:noFill/>
            <a:miter lim="800000"/>
            <a:headEnd/>
            <a:tailEnd/>
          </a:ln>
        </p:spPr>
        <p:txBody>
          <a:bodyPr vert="horz" wrap="square" lIns="92360" tIns="46180" rIns="92360" bIns="46180" numCol="1" anchor="t" anchorCtr="0" compatLnSpc="1">
            <a:prstTxWarp prst="textNoShape">
              <a:avLst/>
            </a:prstTxWarp>
          </a:bodyPr>
          <a:lstStyle>
            <a:lvl1pPr algn="r" defTabSz="453548" eaLnBrk="1" hangingPunct="1">
              <a:defRPr sz="1200">
                <a:latin typeface="Calibri" pitchFamily="34" charset="0"/>
              </a:defRPr>
            </a:lvl1pPr>
          </a:lstStyle>
          <a:p>
            <a:pPr>
              <a:defRPr/>
            </a:pPr>
            <a:fld id="{CD74C5A8-8463-4EA3-8341-119DC9C6AF20}" type="datetimeFigureOut">
              <a:rPr lang="en-US"/>
              <a:pPr>
                <a:defRPr/>
              </a:pPr>
              <a:t>10/9/2022</a:t>
            </a:fld>
            <a:endParaRPr lang="en-US" dirty="0"/>
          </a:p>
        </p:txBody>
      </p:sp>
      <p:sp>
        <p:nvSpPr>
          <p:cNvPr id="4" name="Footer Placeholder 3"/>
          <p:cNvSpPr>
            <a:spLocks noGrp="1"/>
          </p:cNvSpPr>
          <p:nvPr>
            <p:ph type="ftr" sz="quarter" idx="2"/>
          </p:nvPr>
        </p:nvSpPr>
        <p:spPr bwMode="auto">
          <a:xfrm>
            <a:off x="0" y="8847138"/>
            <a:ext cx="2971800" cy="465137"/>
          </a:xfrm>
          <a:prstGeom prst="rect">
            <a:avLst/>
          </a:prstGeom>
          <a:noFill/>
          <a:ln w="9525">
            <a:noFill/>
            <a:miter lim="800000"/>
            <a:headEnd/>
            <a:tailEnd/>
          </a:ln>
        </p:spPr>
        <p:txBody>
          <a:bodyPr vert="horz" wrap="square" lIns="92360" tIns="46180" rIns="92360" bIns="46180" numCol="1" anchor="b" anchorCtr="0" compatLnSpc="1">
            <a:prstTxWarp prst="textNoShape">
              <a:avLst/>
            </a:prstTxWarp>
          </a:bodyPr>
          <a:lstStyle>
            <a:lvl1pPr defTabSz="453548" eaLnBrk="1" hangingPunct="1">
              <a:defRPr sz="1200">
                <a:latin typeface="Calibri" pitchFamily="34" charset="0"/>
              </a:defRPr>
            </a:lvl1pPr>
          </a:lstStyle>
          <a:p>
            <a:pPr>
              <a:defRPr/>
            </a:pPr>
            <a:endParaRPr lang="en-US"/>
          </a:p>
        </p:txBody>
      </p:sp>
      <p:sp>
        <p:nvSpPr>
          <p:cNvPr id="5" name="Slide Number Placeholder 4"/>
          <p:cNvSpPr>
            <a:spLocks noGrp="1"/>
          </p:cNvSpPr>
          <p:nvPr>
            <p:ph type="sldNum" sz="quarter" idx="3"/>
          </p:nvPr>
        </p:nvSpPr>
        <p:spPr bwMode="auto">
          <a:xfrm>
            <a:off x="3884613" y="8847138"/>
            <a:ext cx="2971800" cy="465137"/>
          </a:xfrm>
          <a:prstGeom prst="rect">
            <a:avLst/>
          </a:prstGeom>
          <a:noFill/>
          <a:ln w="9525">
            <a:noFill/>
            <a:miter lim="800000"/>
            <a:headEnd/>
            <a:tailEnd/>
          </a:ln>
        </p:spPr>
        <p:txBody>
          <a:bodyPr vert="horz" wrap="square" lIns="92360" tIns="46180" rIns="92360" bIns="46180" numCol="1" anchor="b" anchorCtr="0" compatLnSpc="1">
            <a:prstTxWarp prst="textNoShape">
              <a:avLst/>
            </a:prstTxWarp>
          </a:bodyPr>
          <a:lstStyle>
            <a:lvl1pPr algn="r" defTabSz="453548" eaLnBrk="1" hangingPunct="1">
              <a:defRPr sz="1200">
                <a:latin typeface="Calibri" pitchFamily="34" charset="0"/>
              </a:defRPr>
            </a:lvl1pPr>
          </a:lstStyle>
          <a:p>
            <a:pPr>
              <a:defRPr/>
            </a:pPr>
            <a:fld id="{5CA0639C-8E93-4CB4-832B-A41B3FE056A0}" type="slidenum">
              <a:rPr lang="en-US"/>
              <a:pPr>
                <a:defRPr/>
              </a:pPr>
              <a:t>‹#›</a:t>
            </a:fld>
            <a:endParaRPr lang="en-US" dirty="0"/>
          </a:p>
        </p:txBody>
      </p:sp>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138"/>
          </a:xfrm>
          <a:prstGeom prst="rect">
            <a:avLst/>
          </a:prstGeom>
        </p:spPr>
        <p:txBody>
          <a:bodyPr vert="horz" lIns="87371" tIns="43688" rIns="87371" bIns="43688" rtlCol="0"/>
          <a:lstStyle>
            <a:lvl1pPr algn="l" defTabSz="456244" eaLnBrk="1" hangingPunct="1">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65138"/>
          </a:xfrm>
          <a:prstGeom prst="rect">
            <a:avLst/>
          </a:prstGeom>
        </p:spPr>
        <p:txBody>
          <a:bodyPr vert="horz" lIns="87371" tIns="43688" rIns="87371" bIns="43688" rtlCol="0"/>
          <a:lstStyle>
            <a:lvl1pPr algn="r" defTabSz="456244" eaLnBrk="1" hangingPunct="1">
              <a:defRPr sz="1200">
                <a:latin typeface="Arial" charset="0"/>
              </a:defRPr>
            </a:lvl1pPr>
          </a:lstStyle>
          <a:p>
            <a:pPr>
              <a:defRPr/>
            </a:pPr>
            <a:fld id="{2F9C7320-0F56-46C3-B255-3BE18901CE99}" type="datetimeFigureOut">
              <a:rPr lang="en-US"/>
              <a:pPr>
                <a:defRPr/>
              </a:pPr>
              <a:t>10/9/2022</a:t>
            </a:fld>
            <a:endParaRPr lang="en-US" dirty="0"/>
          </a:p>
        </p:txBody>
      </p:sp>
      <p:sp>
        <p:nvSpPr>
          <p:cNvPr id="4" name="Slide Image Placeholder 3"/>
          <p:cNvSpPr>
            <a:spLocks noGrp="1" noRot="1" noChangeAspect="1"/>
          </p:cNvSpPr>
          <p:nvPr>
            <p:ph type="sldImg" idx="2"/>
          </p:nvPr>
        </p:nvSpPr>
        <p:spPr>
          <a:xfrm>
            <a:off x="635000" y="698500"/>
            <a:ext cx="5588000" cy="3494088"/>
          </a:xfrm>
          <a:prstGeom prst="rect">
            <a:avLst/>
          </a:prstGeom>
          <a:noFill/>
          <a:ln w="12700">
            <a:solidFill>
              <a:prstClr val="black"/>
            </a:solidFill>
          </a:ln>
        </p:spPr>
        <p:txBody>
          <a:bodyPr vert="horz" lIns="87371" tIns="43688" rIns="87371" bIns="43688" rtlCol="0" anchor="ctr"/>
          <a:lstStyle/>
          <a:p>
            <a:pPr lvl="0"/>
            <a:endParaRPr lang="en-US" noProof="0" dirty="0"/>
          </a:p>
        </p:txBody>
      </p:sp>
      <p:sp>
        <p:nvSpPr>
          <p:cNvPr id="5" name="Notes Placeholder 4"/>
          <p:cNvSpPr>
            <a:spLocks noGrp="1"/>
          </p:cNvSpPr>
          <p:nvPr>
            <p:ph type="body" sz="quarter" idx="3"/>
          </p:nvPr>
        </p:nvSpPr>
        <p:spPr>
          <a:xfrm>
            <a:off x="685800" y="4424363"/>
            <a:ext cx="5486400" cy="4191000"/>
          </a:xfrm>
          <a:prstGeom prst="rect">
            <a:avLst/>
          </a:prstGeom>
        </p:spPr>
        <p:txBody>
          <a:bodyPr vert="horz" lIns="87371" tIns="43688" rIns="87371" bIns="43688"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47138"/>
            <a:ext cx="2971800" cy="465137"/>
          </a:xfrm>
          <a:prstGeom prst="rect">
            <a:avLst/>
          </a:prstGeom>
        </p:spPr>
        <p:txBody>
          <a:bodyPr vert="horz" lIns="87371" tIns="43688" rIns="87371" bIns="43688" rtlCol="0" anchor="b"/>
          <a:lstStyle>
            <a:lvl1pPr algn="l" defTabSz="456244" eaLnBrk="1" hangingPunct="1">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847138"/>
            <a:ext cx="2971800" cy="465137"/>
          </a:xfrm>
          <a:prstGeom prst="rect">
            <a:avLst/>
          </a:prstGeom>
        </p:spPr>
        <p:txBody>
          <a:bodyPr vert="horz" lIns="87371" tIns="43688" rIns="87371" bIns="43688" rtlCol="0" anchor="b"/>
          <a:lstStyle>
            <a:lvl1pPr algn="r" defTabSz="456244" eaLnBrk="1" hangingPunct="1">
              <a:defRPr sz="1200">
                <a:latin typeface="Arial" charset="0"/>
              </a:defRPr>
            </a:lvl1pPr>
          </a:lstStyle>
          <a:p>
            <a:pPr>
              <a:defRPr/>
            </a:pPr>
            <a:fld id="{F55721C1-7647-4039-8B83-146A1AF7551B}" type="slidenum">
              <a:rPr lang="en-US"/>
              <a:pPr>
                <a:defRPr/>
              </a:pPr>
              <a:t>‹#›</a:t>
            </a:fld>
            <a:endParaRPr lang="en-US" dirty="0"/>
          </a:p>
        </p:txBody>
      </p:sp>
    </p:spTree>
  </p:cSld>
  <p:clrMap bg1="lt1" tx1="dk1" bg2="lt2" tx2="dk2" accent1="accent1" accent2="accent2" accent3="accent3" accent4="accent4" accent5="accent5" accent6="accent6" hlink="hlink" folHlink="folHlink"/>
  <p:hf ftr="0" dt="0"/>
  <p:notesStyle>
    <a:lvl1pPr algn="l" defTabSz="911225" rtl="0" eaLnBrk="0" fontAlgn="base" hangingPunct="0">
      <a:spcBef>
        <a:spcPct val="30000"/>
      </a:spcBef>
      <a:spcAft>
        <a:spcPct val="0"/>
      </a:spcAft>
      <a:defRPr sz="1200" kern="1200">
        <a:solidFill>
          <a:schemeClr val="tx1"/>
        </a:solidFill>
        <a:latin typeface="+mn-lt"/>
        <a:ea typeface="+mn-ea"/>
        <a:cs typeface="+mn-cs"/>
      </a:defRPr>
    </a:lvl1pPr>
    <a:lvl2pPr marL="455613" algn="l" defTabSz="911225" rtl="0" eaLnBrk="0" fontAlgn="base" hangingPunct="0">
      <a:spcBef>
        <a:spcPct val="30000"/>
      </a:spcBef>
      <a:spcAft>
        <a:spcPct val="0"/>
      </a:spcAft>
      <a:defRPr sz="1200" kern="1200">
        <a:solidFill>
          <a:schemeClr val="tx1"/>
        </a:solidFill>
        <a:latin typeface="+mn-lt"/>
        <a:ea typeface="+mn-ea"/>
        <a:cs typeface="+mn-cs"/>
      </a:defRPr>
    </a:lvl2pPr>
    <a:lvl3pPr marL="911225" algn="l" defTabSz="911225" rtl="0" eaLnBrk="0" fontAlgn="base" hangingPunct="0">
      <a:spcBef>
        <a:spcPct val="30000"/>
      </a:spcBef>
      <a:spcAft>
        <a:spcPct val="0"/>
      </a:spcAft>
      <a:defRPr sz="1200" kern="1200">
        <a:solidFill>
          <a:schemeClr val="tx1"/>
        </a:solidFill>
        <a:latin typeface="+mn-lt"/>
        <a:ea typeface="+mn-ea"/>
        <a:cs typeface="+mn-cs"/>
      </a:defRPr>
    </a:lvl3pPr>
    <a:lvl4pPr marL="1368425" algn="l" defTabSz="911225" rtl="0" eaLnBrk="0" fontAlgn="base" hangingPunct="0">
      <a:spcBef>
        <a:spcPct val="30000"/>
      </a:spcBef>
      <a:spcAft>
        <a:spcPct val="0"/>
      </a:spcAft>
      <a:defRPr sz="1200" kern="1200">
        <a:solidFill>
          <a:schemeClr val="tx1"/>
        </a:solidFill>
        <a:latin typeface="+mn-lt"/>
        <a:ea typeface="+mn-ea"/>
        <a:cs typeface="+mn-cs"/>
      </a:defRPr>
    </a:lvl4pPr>
    <a:lvl5pPr marL="1824038" algn="l" defTabSz="911225" rtl="0" eaLnBrk="0" fontAlgn="base" hangingPunct="0">
      <a:spcBef>
        <a:spcPct val="30000"/>
      </a:spcBef>
      <a:spcAft>
        <a:spcPct val="0"/>
      </a:spcAft>
      <a:defRPr sz="1200" kern="1200">
        <a:solidFill>
          <a:schemeClr val="tx1"/>
        </a:solidFill>
        <a:latin typeface="+mn-lt"/>
        <a:ea typeface="+mn-ea"/>
        <a:cs typeface="+mn-cs"/>
      </a:defRPr>
    </a:lvl5pPr>
    <a:lvl6pPr marL="2281226" algn="l" defTabSz="912491" rtl="0" eaLnBrk="1" latinLnBrk="0" hangingPunct="1">
      <a:defRPr sz="1200" kern="1200">
        <a:solidFill>
          <a:schemeClr val="tx1"/>
        </a:solidFill>
        <a:latin typeface="+mn-lt"/>
        <a:ea typeface="+mn-ea"/>
        <a:cs typeface="+mn-cs"/>
      </a:defRPr>
    </a:lvl6pPr>
    <a:lvl7pPr marL="2737472" algn="l" defTabSz="912491" rtl="0" eaLnBrk="1" latinLnBrk="0" hangingPunct="1">
      <a:defRPr sz="1200" kern="1200">
        <a:solidFill>
          <a:schemeClr val="tx1"/>
        </a:solidFill>
        <a:latin typeface="+mn-lt"/>
        <a:ea typeface="+mn-ea"/>
        <a:cs typeface="+mn-cs"/>
      </a:defRPr>
    </a:lvl7pPr>
    <a:lvl8pPr marL="3193716" algn="l" defTabSz="912491" rtl="0" eaLnBrk="1" latinLnBrk="0" hangingPunct="1">
      <a:defRPr sz="1200" kern="1200">
        <a:solidFill>
          <a:schemeClr val="tx1"/>
        </a:solidFill>
        <a:latin typeface="+mn-lt"/>
        <a:ea typeface="+mn-ea"/>
        <a:cs typeface="+mn-cs"/>
      </a:defRPr>
    </a:lvl8pPr>
    <a:lvl9pPr marL="3649961" algn="l" defTabSz="912491"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5613" eaLnBrk="0" fontAlgn="base" hangingPunct="0">
              <a:spcBef>
                <a:spcPct val="0"/>
              </a:spcBef>
              <a:spcAft>
                <a:spcPct val="0"/>
              </a:spcAft>
              <a:defRPr>
                <a:solidFill>
                  <a:schemeClr val="tx1"/>
                </a:solidFill>
                <a:latin typeface="Arial" panose="020B0604020202020204" pitchFamily="34" charset="0"/>
              </a:defRPr>
            </a:lvl6pPr>
            <a:lvl7pPr marL="2971800" indent="-228600" defTabSz="455613" eaLnBrk="0" fontAlgn="base" hangingPunct="0">
              <a:spcBef>
                <a:spcPct val="0"/>
              </a:spcBef>
              <a:spcAft>
                <a:spcPct val="0"/>
              </a:spcAft>
              <a:defRPr>
                <a:solidFill>
                  <a:schemeClr val="tx1"/>
                </a:solidFill>
                <a:latin typeface="Arial" panose="020B0604020202020204" pitchFamily="34" charset="0"/>
              </a:defRPr>
            </a:lvl7pPr>
            <a:lvl8pPr marL="3429000" indent="-228600" defTabSz="455613" eaLnBrk="0" fontAlgn="base" hangingPunct="0">
              <a:spcBef>
                <a:spcPct val="0"/>
              </a:spcBef>
              <a:spcAft>
                <a:spcPct val="0"/>
              </a:spcAft>
              <a:defRPr>
                <a:solidFill>
                  <a:schemeClr val="tx1"/>
                </a:solidFill>
                <a:latin typeface="Arial" panose="020B0604020202020204" pitchFamily="34" charset="0"/>
              </a:defRPr>
            </a:lvl8pPr>
            <a:lvl9pPr marL="3886200" indent="-228600" defTabSz="455613" eaLnBrk="0" fontAlgn="base" hangingPunct="0">
              <a:spcBef>
                <a:spcPct val="0"/>
              </a:spcBef>
              <a:spcAft>
                <a:spcPct val="0"/>
              </a:spcAft>
              <a:defRPr>
                <a:solidFill>
                  <a:schemeClr val="tx1"/>
                </a:solidFill>
                <a:latin typeface="Arial" panose="020B0604020202020204" pitchFamily="34" charset="0"/>
              </a:defRPr>
            </a:lvl9pPr>
          </a:lstStyle>
          <a:p>
            <a:pPr defTabSz="455613"/>
            <a:fld id="{C1298CFF-7369-470D-B514-A5EEBD2F036F}" type="slidenum">
              <a:rPr lang="en-US" altLang="en-US" smtClean="0"/>
              <a:pPr defTabSz="455613"/>
              <a:t>1</a:t>
            </a:fld>
            <a:endParaRPr lang="en-US" altLang="en-US" smtClean="0"/>
          </a:p>
        </p:txBody>
      </p:sp>
      <p:sp>
        <p:nvSpPr>
          <p:cNvPr id="8197" name="Header Placeholder 1"/>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5613" eaLnBrk="0" fontAlgn="base" hangingPunct="0">
              <a:spcBef>
                <a:spcPct val="0"/>
              </a:spcBef>
              <a:spcAft>
                <a:spcPct val="0"/>
              </a:spcAft>
              <a:defRPr>
                <a:solidFill>
                  <a:schemeClr val="tx1"/>
                </a:solidFill>
                <a:latin typeface="Arial" panose="020B0604020202020204" pitchFamily="34" charset="0"/>
              </a:defRPr>
            </a:lvl6pPr>
            <a:lvl7pPr marL="2971800" indent="-228600" defTabSz="455613" eaLnBrk="0" fontAlgn="base" hangingPunct="0">
              <a:spcBef>
                <a:spcPct val="0"/>
              </a:spcBef>
              <a:spcAft>
                <a:spcPct val="0"/>
              </a:spcAft>
              <a:defRPr>
                <a:solidFill>
                  <a:schemeClr val="tx1"/>
                </a:solidFill>
                <a:latin typeface="Arial" panose="020B0604020202020204" pitchFamily="34" charset="0"/>
              </a:defRPr>
            </a:lvl7pPr>
            <a:lvl8pPr marL="3429000" indent="-228600" defTabSz="455613" eaLnBrk="0" fontAlgn="base" hangingPunct="0">
              <a:spcBef>
                <a:spcPct val="0"/>
              </a:spcBef>
              <a:spcAft>
                <a:spcPct val="0"/>
              </a:spcAft>
              <a:defRPr>
                <a:solidFill>
                  <a:schemeClr val="tx1"/>
                </a:solidFill>
                <a:latin typeface="Arial" panose="020B0604020202020204" pitchFamily="34" charset="0"/>
              </a:defRPr>
            </a:lvl8pPr>
            <a:lvl9pPr marL="3886200" indent="-228600" defTabSz="455613" eaLnBrk="0" fontAlgn="base" hangingPunct="0">
              <a:spcBef>
                <a:spcPct val="0"/>
              </a:spcBef>
              <a:spcAft>
                <a:spcPct val="0"/>
              </a:spcAft>
              <a:defRPr>
                <a:solidFill>
                  <a:schemeClr val="tx1"/>
                </a:solidFill>
                <a:latin typeface="Arial" panose="020B0604020202020204" pitchFamily="34" charset="0"/>
              </a:defRPr>
            </a:lvl9pPr>
          </a:lstStyle>
          <a:p>
            <a:pPr defTabSz="455613"/>
            <a:fld id="{3707F059-9844-4168-9DF7-7CC92B3AC003}" type="slidenum">
              <a:rPr lang="en-US" altLang="en-US" smtClean="0"/>
              <a:pPr defTabSz="455613"/>
              <a:t>2</a:t>
            </a:fld>
            <a:endParaRPr lang="en-US" altLang="en-US" smtClean="0"/>
          </a:p>
        </p:txBody>
      </p:sp>
      <p:sp>
        <p:nvSpPr>
          <p:cNvPr id="10245" name="Header Placeholder 1"/>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364" name="Header Placeholder 1"/>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7412" name="Header Placeholder 1"/>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2532" name="Header Placeholder 1"/>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4580" name="Header Placeholder 1"/>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02EC0E5D-E0E4-41E6-B6E8-4C8030197979}" type="slidenum">
              <a:rPr lang="en-US" altLang="en-US" smtClean="0">
                <a:latin typeface="Arial" panose="020B0604020202020204" pitchFamily="34" charset="0"/>
              </a:rPr>
              <a:pPr defTabSz="455613"/>
              <a:t>22</a:t>
            </a:fld>
            <a:endParaRPr lang="en-US" altLang="en-US" smtClean="0">
              <a:latin typeface="Arial" panose="020B0604020202020204" pitchFamily="34" charset="0"/>
            </a:endParaRPr>
          </a:p>
        </p:txBody>
      </p:sp>
      <p:sp>
        <p:nvSpPr>
          <p:cNvPr id="35845"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1C3E2B42-47DE-4F4A-9902-EBBF635E8A46}" type="slidenum">
              <a:rPr lang="en-US" altLang="en-US" smtClean="0">
                <a:latin typeface="Arial" panose="020B0604020202020204" pitchFamily="34" charset="0"/>
              </a:rPr>
              <a:pPr defTabSz="455613"/>
              <a:t>23</a:t>
            </a:fld>
            <a:endParaRPr lang="en-US" altLang="en-US" smtClean="0">
              <a:latin typeface="Arial" panose="020B0604020202020204" pitchFamily="34" charset="0"/>
            </a:endParaRPr>
          </a:p>
        </p:txBody>
      </p:sp>
      <p:sp>
        <p:nvSpPr>
          <p:cNvPr id="37893"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9940" name="Header Placeholder 1"/>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4B5BBF53-56DD-4B50-BE8A-17DC8532F077}" type="slidenum">
              <a:rPr lang="en-US" altLang="en-US" smtClean="0">
                <a:latin typeface="Arial" panose="020B0604020202020204" pitchFamily="34" charset="0"/>
              </a:rPr>
              <a:pPr defTabSz="455613"/>
              <a:t>26</a:t>
            </a:fld>
            <a:endParaRPr lang="en-US" altLang="en-US" smtClean="0">
              <a:latin typeface="Arial" panose="020B0604020202020204" pitchFamily="34" charset="0"/>
            </a:endParaRPr>
          </a:p>
        </p:txBody>
      </p:sp>
      <p:sp>
        <p:nvSpPr>
          <p:cNvPr id="43013"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76C6904B-78F3-4781-9CF1-E9605F04688A}" type="slidenum">
              <a:rPr lang="en-US" altLang="en-US" smtClean="0">
                <a:latin typeface="Arial" panose="020B0604020202020204" pitchFamily="34" charset="0"/>
              </a:rPr>
              <a:pPr defTabSz="455613"/>
              <a:t>27</a:t>
            </a:fld>
            <a:endParaRPr lang="en-US" altLang="en-US" smtClean="0">
              <a:latin typeface="Arial" panose="020B0604020202020204" pitchFamily="34" charset="0"/>
            </a:endParaRPr>
          </a:p>
        </p:txBody>
      </p:sp>
      <p:sp>
        <p:nvSpPr>
          <p:cNvPr id="45061"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A9EE433F-440A-48FB-BF7D-65EA921898E9}" type="slidenum">
              <a:rPr lang="en-US" altLang="en-US" smtClean="0">
                <a:latin typeface="Arial" panose="020B0604020202020204" pitchFamily="34" charset="0"/>
              </a:rPr>
              <a:pPr defTabSz="455613"/>
              <a:t>28</a:t>
            </a:fld>
            <a:endParaRPr lang="en-US" altLang="en-US" smtClean="0">
              <a:latin typeface="Arial" panose="020B0604020202020204" pitchFamily="34" charset="0"/>
            </a:endParaRPr>
          </a:p>
        </p:txBody>
      </p:sp>
      <p:sp>
        <p:nvSpPr>
          <p:cNvPr id="47109"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4F8322EE-F1B8-4B46-BE2D-D1980773823B}" type="slidenum">
              <a:rPr lang="en-US" altLang="en-US" smtClean="0">
                <a:latin typeface="Arial" panose="020B0604020202020204" pitchFamily="34" charset="0"/>
              </a:rPr>
              <a:pPr defTabSz="455613"/>
              <a:t>29</a:t>
            </a:fld>
            <a:endParaRPr lang="en-US" altLang="en-US" smtClean="0">
              <a:latin typeface="Arial" panose="020B0604020202020204" pitchFamily="34" charset="0"/>
            </a:endParaRPr>
          </a:p>
        </p:txBody>
      </p:sp>
      <p:sp>
        <p:nvSpPr>
          <p:cNvPr id="49157"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26D19A4F-F11A-4FFB-83B2-14D88633365C}" type="slidenum">
              <a:rPr lang="en-US" altLang="en-US" smtClean="0">
                <a:latin typeface="Arial" panose="020B0604020202020204" pitchFamily="34" charset="0"/>
              </a:rPr>
              <a:pPr defTabSz="455613"/>
              <a:t>30</a:t>
            </a:fld>
            <a:endParaRPr lang="en-US" altLang="en-US" smtClean="0">
              <a:latin typeface="Arial" panose="020B0604020202020204" pitchFamily="34" charset="0"/>
            </a:endParaRPr>
          </a:p>
        </p:txBody>
      </p:sp>
      <p:sp>
        <p:nvSpPr>
          <p:cNvPr id="51205"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E639B402-D7C9-4E54-A940-431FA3B5551C}" type="slidenum">
              <a:rPr lang="en-US" altLang="en-US" smtClean="0">
                <a:latin typeface="Arial" panose="020B0604020202020204" pitchFamily="34" charset="0"/>
              </a:rPr>
              <a:pPr defTabSz="455613"/>
              <a:t>31</a:t>
            </a:fld>
            <a:endParaRPr lang="en-US" altLang="en-US" smtClean="0">
              <a:latin typeface="Arial" panose="020B0604020202020204" pitchFamily="34" charset="0"/>
            </a:endParaRPr>
          </a:p>
        </p:txBody>
      </p:sp>
      <p:sp>
        <p:nvSpPr>
          <p:cNvPr id="53253"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3CF957B1-9D55-48EF-A172-E63228CD07DE}" type="slidenum">
              <a:rPr lang="en-US" altLang="en-US" smtClean="0">
                <a:latin typeface="Arial" panose="020B0604020202020204" pitchFamily="34" charset="0"/>
              </a:rPr>
              <a:pPr defTabSz="455613"/>
              <a:t>32</a:t>
            </a:fld>
            <a:endParaRPr lang="en-US" altLang="en-US" smtClean="0">
              <a:latin typeface="Arial" panose="020B0604020202020204" pitchFamily="34" charset="0"/>
            </a:endParaRPr>
          </a:p>
        </p:txBody>
      </p:sp>
      <p:sp>
        <p:nvSpPr>
          <p:cNvPr id="55301"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defTabSz="455613"/>
            <a:fld id="{6FA16CEF-7F8E-4357-A361-51190E0E8E99}" type="slidenum">
              <a:rPr lang="en-US" altLang="en-US" smtClean="0">
                <a:latin typeface="Arial" panose="020B0604020202020204" pitchFamily="34" charset="0"/>
              </a:rPr>
              <a:pPr defTabSz="455613"/>
              <a:t>33</a:t>
            </a:fld>
            <a:endParaRPr lang="en-US" altLang="en-US" smtClean="0">
              <a:latin typeface="Arial" panose="020B0604020202020204" pitchFamily="34" charset="0"/>
            </a:endParaRPr>
          </a:p>
        </p:txBody>
      </p:sp>
      <p:sp>
        <p:nvSpPr>
          <p:cNvPr id="57349" name="Header Placeholder 4"/>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455613"/>
            <a:endParaRPr lang="en-US"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4" name="Rectangle 1"/>
          <p:cNvSpPr>
            <a:spLocks noChangeArrowheads="1"/>
          </p:cNvSpPr>
          <p:nvPr userDrawn="1"/>
        </p:nvSpPr>
        <p:spPr bwMode="auto">
          <a:xfrm>
            <a:off x="0" y="5334000"/>
            <a:ext cx="9144000" cy="381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49" tIns="45623" rIns="91249" bIns="45623"/>
          <a:lstStyle>
            <a:lvl1pPr defTabSz="911225">
              <a:defRPr>
                <a:solidFill>
                  <a:schemeClr val="tx1"/>
                </a:solidFill>
                <a:latin typeface="Arial" panose="020B0604020202020204" pitchFamily="34" charset="0"/>
              </a:defRPr>
            </a:lvl1pPr>
            <a:lvl2pPr marL="742950" indent="-285750" defTabSz="911225">
              <a:defRPr>
                <a:solidFill>
                  <a:schemeClr val="tx1"/>
                </a:solidFill>
                <a:latin typeface="Arial" panose="020B0604020202020204" pitchFamily="34" charset="0"/>
              </a:defRPr>
            </a:lvl2pPr>
            <a:lvl3pPr marL="1143000" indent="-228600" defTabSz="911225">
              <a:defRPr>
                <a:solidFill>
                  <a:schemeClr val="tx1"/>
                </a:solidFill>
                <a:latin typeface="Arial" panose="020B0604020202020204" pitchFamily="34" charset="0"/>
              </a:defRPr>
            </a:lvl3pPr>
            <a:lvl4pPr marL="1600200" indent="-228600" defTabSz="911225">
              <a:defRPr>
                <a:solidFill>
                  <a:schemeClr val="tx1"/>
                </a:solidFill>
                <a:latin typeface="Arial" panose="020B0604020202020204" pitchFamily="34" charset="0"/>
              </a:defRPr>
            </a:lvl4pPr>
            <a:lvl5pPr marL="2057400" indent="-228600" defTabSz="911225">
              <a:defRPr>
                <a:solidFill>
                  <a:schemeClr val="tx1"/>
                </a:solidFill>
                <a:latin typeface="Arial" panose="020B0604020202020204" pitchFamily="34" charset="0"/>
              </a:defRPr>
            </a:lvl5pPr>
            <a:lvl6pPr marL="2514600" indent="-228600" defTabSz="911225" eaLnBrk="0" fontAlgn="base" hangingPunct="0">
              <a:spcBef>
                <a:spcPct val="0"/>
              </a:spcBef>
              <a:spcAft>
                <a:spcPct val="0"/>
              </a:spcAft>
              <a:defRPr>
                <a:solidFill>
                  <a:schemeClr val="tx1"/>
                </a:solidFill>
                <a:latin typeface="Arial" panose="020B0604020202020204" pitchFamily="34" charset="0"/>
              </a:defRPr>
            </a:lvl6pPr>
            <a:lvl7pPr marL="2971800" indent="-228600" defTabSz="911225" eaLnBrk="0" fontAlgn="base" hangingPunct="0">
              <a:spcBef>
                <a:spcPct val="0"/>
              </a:spcBef>
              <a:spcAft>
                <a:spcPct val="0"/>
              </a:spcAft>
              <a:defRPr>
                <a:solidFill>
                  <a:schemeClr val="tx1"/>
                </a:solidFill>
                <a:latin typeface="Arial" panose="020B0604020202020204" pitchFamily="34" charset="0"/>
              </a:defRPr>
            </a:lvl7pPr>
            <a:lvl8pPr marL="3429000" indent="-228600" defTabSz="911225" eaLnBrk="0" fontAlgn="base" hangingPunct="0">
              <a:spcBef>
                <a:spcPct val="0"/>
              </a:spcBef>
              <a:spcAft>
                <a:spcPct val="0"/>
              </a:spcAft>
              <a:defRPr>
                <a:solidFill>
                  <a:schemeClr val="tx1"/>
                </a:solidFill>
                <a:latin typeface="Arial" panose="020B0604020202020204" pitchFamily="34" charset="0"/>
              </a:defRPr>
            </a:lvl8pPr>
            <a:lvl9pPr marL="3886200" indent="-228600" defTabSz="91122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2400" smtClean="0">
              <a:solidFill>
                <a:srgbClr val="000000"/>
              </a:solidFill>
              <a:cs typeface="Arial" panose="020B0604020202020204" pitchFamily="34" charset="0"/>
              <a:sym typeface="Arial" panose="020B0604020202020204" pitchFamily="34" charset="0"/>
            </a:endParaRPr>
          </a:p>
        </p:txBody>
      </p:sp>
      <p:pic>
        <p:nvPicPr>
          <p:cNvPr id="5" name="Picture 4" descr="B lyle Schengin.png"/>
          <p:cNvPicPr>
            <a:picLocks noChangeAspect="1"/>
          </p:cNvPicPr>
          <p:nvPr userDrawn="1"/>
        </p:nvPicPr>
        <p:blipFill>
          <a:blip r:embed="rId2"/>
          <a:stretch>
            <a:fillRect/>
          </a:stretch>
        </p:blipFill>
        <p:spPr>
          <a:xfrm>
            <a:off x="457200" y="5362575"/>
            <a:ext cx="2590800" cy="301625"/>
          </a:xfrm>
          <a:prstGeom prst="rect">
            <a:avLst/>
          </a:prstGeom>
          <a:ln>
            <a:noFill/>
          </a:ln>
          <a:effectLst>
            <a:outerShdw blurRad="292100" dist="139700" dir="2700000" algn="tl" rotWithShape="0">
              <a:srgbClr val="333333">
                <a:alpha val="65000"/>
              </a:srgbClr>
            </a:outerShdw>
          </a:effectLst>
        </p:spPr>
      </p:pic>
      <p:sp>
        <p:nvSpPr>
          <p:cNvPr id="2" name="Title 1"/>
          <p:cNvSpPr>
            <a:spLocks noGrp="1"/>
          </p:cNvSpPr>
          <p:nvPr>
            <p:ph type="title"/>
          </p:nvPr>
        </p:nvSpPr>
        <p:spPr/>
        <p:txBody>
          <a:bodyPr/>
          <a:lstStyle>
            <a:lvl1pPr algn="l">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chemeClr val="accent1"/>
              </a:buClr>
              <a:defRPr/>
            </a:lvl1pPr>
            <a:lvl2pPr>
              <a:buClr>
                <a:schemeClr val="accent1"/>
              </a:buClr>
              <a:defRPr/>
            </a:lvl2pPr>
            <a:lvl3pPr>
              <a:buClr>
                <a:schemeClr val="accent1"/>
              </a:buClr>
              <a:defRPr/>
            </a:lvl3pPr>
          </a:lstStyle>
          <a:p>
            <a:pPr lvl="0"/>
            <a:r>
              <a:rPr lang="en-US" smtClean="0"/>
              <a:t>Click to edit Master text styles</a:t>
            </a:r>
          </a:p>
          <a:p>
            <a:pPr lvl="1"/>
            <a:r>
              <a:rPr lang="en-US" smtClean="0"/>
              <a:t>Second level</a:t>
            </a:r>
          </a:p>
          <a:p>
            <a:pPr lvl="2"/>
            <a:r>
              <a:rPr lang="en-US" smtClean="0"/>
              <a:t>Third level</a:t>
            </a:r>
          </a:p>
        </p:txBody>
      </p:sp>
    </p:spTree>
    <p:extLst>
      <p:ext uri="{BB962C8B-B14F-4D97-AF65-F5344CB8AC3E}">
        <p14:creationId xmlns:p14="http://schemas.microsoft.com/office/powerpoint/2010/main" val="4173882281"/>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Title Slide">
    <p:spTree>
      <p:nvGrpSpPr>
        <p:cNvPr id="1" name=""/>
        <p:cNvGrpSpPr/>
        <p:nvPr/>
      </p:nvGrpSpPr>
      <p:grpSpPr>
        <a:xfrm>
          <a:off x="0" y="0"/>
          <a:ext cx="0" cy="0"/>
          <a:chOff x="0" y="0"/>
          <a:chExt cx="0" cy="0"/>
        </a:xfrm>
      </p:grpSpPr>
      <p:pic>
        <p:nvPicPr>
          <p:cNvPr id="4" name="Picture 13" descr="23947D_041.tif"/>
          <p:cNvPicPr>
            <a:picLocks noChangeAspect="1"/>
          </p:cNvPicPr>
          <p:nvPr userDrawn="1"/>
        </p:nvPicPr>
        <p:blipFill>
          <a:blip r:embed="rId2">
            <a:extLst>
              <a:ext uri="{28A0092B-C50C-407E-A947-70E740481C1C}">
                <a14:useLocalDpi xmlns:a14="http://schemas.microsoft.com/office/drawing/2010/main" val="0"/>
              </a:ext>
            </a:extLst>
          </a:blip>
          <a:srcRect t="27246" b="16673"/>
          <a:stretch>
            <a:fillRect/>
          </a:stretch>
        </p:blipFill>
        <p:spPr bwMode="auto">
          <a:xfrm>
            <a:off x="5575300" y="642938"/>
            <a:ext cx="3568700"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4" descr="23661D_001.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59213" y="669925"/>
            <a:ext cx="1773237"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5" descr="23741D_006_RT_Final.jpg"/>
          <p:cNvPicPr>
            <a:picLocks noChangeAspect="1"/>
          </p:cNvPicPr>
          <p:nvPr userDrawn="1"/>
        </p:nvPicPr>
        <p:blipFill>
          <a:blip r:embed="rId4">
            <a:extLst>
              <a:ext uri="{28A0092B-C50C-407E-A947-70E740481C1C}">
                <a14:useLocalDpi xmlns:a14="http://schemas.microsoft.com/office/drawing/2010/main" val="0"/>
              </a:ext>
            </a:extLst>
          </a:blip>
          <a:srcRect l="-2" r="-107"/>
          <a:stretch>
            <a:fillRect/>
          </a:stretch>
        </p:blipFill>
        <p:spPr bwMode="auto">
          <a:xfrm>
            <a:off x="0" y="647700"/>
            <a:ext cx="4010025"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6" descr="24817D_005.jpg"/>
          <p:cNvPicPr>
            <a:picLocks noChangeAspect="1"/>
          </p:cNvPicPr>
          <p:nvPr userDrawn="1"/>
        </p:nvPicPr>
        <p:blipFill>
          <a:blip r:embed="rId5">
            <a:extLst>
              <a:ext uri="{28A0092B-C50C-407E-A947-70E740481C1C}">
                <a14:useLocalDpi xmlns:a14="http://schemas.microsoft.com/office/drawing/2010/main" val="0"/>
              </a:ext>
            </a:extLst>
          </a:blip>
          <a:srcRect t="26617" b="13902"/>
          <a:stretch>
            <a:fillRect/>
          </a:stretch>
        </p:blipFill>
        <p:spPr bwMode="auto">
          <a:xfrm>
            <a:off x="5632450" y="1736725"/>
            <a:ext cx="351155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http://smu.edu/brand/logos/lyle/LylebbEngineering.RB.jp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4325" y="22225"/>
            <a:ext cx="40290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14"/>
          <p:cNvSpPr>
            <a:spLocks noChangeShapeType="1"/>
          </p:cNvSpPr>
          <p:nvPr userDrawn="1"/>
        </p:nvSpPr>
        <p:spPr bwMode="auto">
          <a:xfrm>
            <a:off x="0" y="642938"/>
            <a:ext cx="9144000" cy="1587"/>
          </a:xfrm>
          <a:prstGeom prst="line">
            <a:avLst/>
          </a:prstGeom>
          <a:noFill/>
          <a:ln w="50800">
            <a:solidFill>
              <a:schemeClr val="bg2">
                <a:lumMod val="90000"/>
              </a:schemeClr>
            </a:solidFill>
            <a:round/>
            <a:headEnd/>
            <a:tailEnd/>
          </a:ln>
        </p:spPr>
        <p:txBody>
          <a:bodyPr lIns="91249" tIns="45623" rIns="91249" bIns="45623"/>
          <a:lstStyle/>
          <a:p>
            <a:pPr defTabSz="912491" eaLnBrk="1" hangingPunct="1">
              <a:defRPr/>
            </a:pPr>
            <a:endParaRPr lang="en-US" sz="2400">
              <a:solidFill>
                <a:srgbClr val="000000"/>
              </a:solidFill>
              <a:latin typeface="Arial" charset="0"/>
              <a:cs typeface="Arial" charset="0"/>
              <a:sym typeface="Arial" charset="0"/>
            </a:endParaRPr>
          </a:p>
        </p:txBody>
      </p:sp>
      <p:sp>
        <p:nvSpPr>
          <p:cNvPr id="10" name="Line 15"/>
          <p:cNvSpPr>
            <a:spLocks noChangeShapeType="1"/>
          </p:cNvSpPr>
          <p:nvPr userDrawn="1"/>
        </p:nvSpPr>
        <p:spPr bwMode="auto">
          <a:xfrm>
            <a:off x="0" y="669925"/>
            <a:ext cx="9144000" cy="1588"/>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11" name="Rectangle 6"/>
          <p:cNvSpPr>
            <a:spLocks noChangeArrowheads="1"/>
          </p:cNvSpPr>
          <p:nvPr/>
        </p:nvSpPr>
        <p:spPr bwMode="auto">
          <a:xfrm>
            <a:off x="0" y="2957513"/>
            <a:ext cx="9144000" cy="2338387"/>
          </a:xfrm>
          <a:prstGeom prst="rect">
            <a:avLst/>
          </a:prstGeom>
          <a:solidFill>
            <a:srgbClr val="032B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49" tIns="45623" rIns="91249" bIns="45623"/>
          <a:lstStyle>
            <a:lvl1pPr defTabSz="911225">
              <a:defRPr>
                <a:solidFill>
                  <a:schemeClr val="tx1"/>
                </a:solidFill>
                <a:latin typeface="Arial" panose="020B0604020202020204" pitchFamily="34" charset="0"/>
              </a:defRPr>
            </a:lvl1pPr>
            <a:lvl2pPr marL="742950" indent="-285750" defTabSz="911225">
              <a:defRPr>
                <a:solidFill>
                  <a:schemeClr val="tx1"/>
                </a:solidFill>
                <a:latin typeface="Arial" panose="020B0604020202020204" pitchFamily="34" charset="0"/>
              </a:defRPr>
            </a:lvl2pPr>
            <a:lvl3pPr marL="1143000" indent="-228600" defTabSz="911225">
              <a:defRPr>
                <a:solidFill>
                  <a:schemeClr val="tx1"/>
                </a:solidFill>
                <a:latin typeface="Arial" panose="020B0604020202020204" pitchFamily="34" charset="0"/>
              </a:defRPr>
            </a:lvl3pPr>
            <a:lvl4pPr marL="1600200" indent="-228600" defTabSz="911225">
              <a:defRPr>
                <a:solidFill>
                  <a:schemeClr val="tx1"/>
                </a:solidFill>
                <a:latin typeface="Arial" panose="020B0604020202020204" pitchFamily="34" charset="0"/>
              </a:defRPr>
            </a:lvl4pPr>
            <a:lvl5pPr marL="2057400" indent="-228600" defTabSz="911225">
              <a:defRPr>
                <a:solidFill>
                  <a:schemeClr val="tx1"/>
                </a:solidFill>
                <a:latin typeface="Arial" panose="020B0604020202020204" pitchFamily="34" charset="0"/>
              </a:defRPr>
            </a:lvl5pPr>
            <a:lvl6pPr marL="2514600" indent="-228600" defTabSz="911225" eaLnBrk="0" fontAlgn="base" hangingPunct="0">
              <a:spcBef>
                <a:spcPct val="0"/>
              </a:spcBef>
              <a:spcAft>
                <a:spcPct val="0"/>
              </a:spcAft>
              <a:defRPr>
                <a:solidFill>
                  <a:schemeClr val="tx1"/>
                </a:solidFill>
                <a:latin typeface="Arial" panose="020B0604020202020204" pitchFamily="34" charset="0"/>
              </a:defRPr>
            </a:lvl6pPr>
            <a:lvl7pPr marL="2971800" indent="-228600" defTabSz="911225" eaLnBrk="0" fontAlgn="base" hangingPunct="0">
              <a:spcBef>
                <a:spcPct val="0"/>
              </a:spcBef>
              <a:spcAft>
                <a:spcPct val="0"/>
              </a:spcAft>
              <a:defRPr>
                <a:solidFill>
                  <a:schemeClr val="tx1"/>
                </a:solidFill>
                <a:latin typeface="Arial" panose="020B0604020202020204" pitchFamily="34" charset="0"/>
              </a:defRPr>
            </a:lvl7pPr>
            <a:lvl8pPr marL="3429000" indent="-228600" defTabSz="911225" eaLnBrk="0" fontAlgn="base" hangingPunct="0">
              <a:spcBef>
                <a:spcPct val="0"/>
              </a:spcBef>
              <a:spcAft>
                <a:spcPct val="0"/>
              </a:spcAft>
              <a:defRPr>
                <a:solidFill>
                  <a:schemeClr val="tx1"/>
                </a:solidFill>
                <a:latin typeface="Arial" panose="020B0604020202020204" pitchFamily="34" charset="0"/>
              </a:defRPr>
            </a:lvl8pPr>
            <a:lvl9pPr marL="3886200" indent="-228600" defTabSz="91122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2400" smtClean="0">
              <a:solidFill>
                <a:srgbClr val="000000"/>
              </a:solidFill>
              <a:cs typeface="Arial" panose="020B0604020202020204" pitchFamily="34" charset="0"/>
              <a:sym typeface="Arial" panose="020B0604020202020204" pitchFamily="34" charset="0"/>
            </a:endParaRPr>
          </a:p>
        </p:txBody>
      </p:sp>
      <p:sp>
        <p:nvSpPr>
          <p:cNvPr id="12" name="Rectangle 11"/>
          <p:cNvSpPr/>
          <p:nvPr/>
        </p:nvSpPr>
        <p:spPr>
          <a:xfrm>
            <a:off x="0" y="5270500"/>
            <a:ext cx="9144000" cy="444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249" tIns="45623" rIns="91249" bIns="45623" anchor="ctr"/>
          <a:lstStyle/>
          <a:p>
            <a:pPr algn="ctr" defTabSz="912491" eaLnBrk="1" hangingPunct="1">
              <a:defRPr/>
            </a:pPr>
            <a:endParaRPr lang="en-US" sz="2400">
              <a:solidFill>
                <a:prstClr val="white"/>
              </a:solidFill>
              <a:sym typeface="Arial" charset="0"/>
            </a:endParaRPr>
          </a:p>
        </p:txBody>
      </p:sp>
      <p:sp>
        <p:nvSpPr>
          <p:cNvPr id="13" name="Line 10"/>
          <p:cNvSpPr>
            <a:spLocks noChangeShapeType="1"/>
          </p:cNvSpPr>
          <p:nvPr/>
        </p:nvSpPr>
        <p:spPr bwMode="auto">
          <a:xfrm>
            <a:off x="0" y="2914650"/>
            <a:ext cx="9144000" cy="1588"/>
          </a:xfrm>
          <a:prstGeom prst="line">
            <a:avLst/>
          </a:prstGeom>
          <a:noFill/>
          <a:ln w="50800">
            <a:solidFill>
              <a:srgbClr val="CCCC9A"/>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14" name="Line 11"/>
          <p:cNvSpPr>
            <a:spLocks noChangeShapeType="1"/>
          </p:cNvSpPr>
          <p:nvPr/>
        </p:nvSpPr>
        <p:spPr bwMode="auto">
          <a:xfrm>
            <a:off x="-7938" y="5334000"/>
            <a:ext cx="9151938" cy="1588"/>
          </a:xfrm>
          <a:prstGeom prst="line">
            <a:avLst/>
          </a:prstGeom>
          <a:noFill/>
          <a:ln w="50800">
            <a:solidFill>
              <a:srgbClr val="DBD1A8"/>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15" name="Line 14"/>
          <p:cNvSpPr>
            <a:spLocks noChangeShapeType="1"/>
          </p:cNvSpPr>
          <p:nvPr/>
        </p:nvSpPr>
        <p:spPr bwMode="auto">
          <a:xfrm>
            <a:off x="0" y="642938"/>
            <a:ext cx="9144000" cy="1587"/>
          </a:xfrm>
          <a:prstGeom prst="line">
            <a:avLst/>
          </a:prstGeom>
          <a:noFill/>
          <a:ln w="50800">
            <a:solidFill>
              <a:srgbClr val="DBD1A8"/>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16" name="Line 15"/>
          <p:cNvSpPr>
            <a:spLocks noChangeShapeType="1"/>
          </p:cNvSpPr>
          <p:nvPr/>
        </p:nvSpPr>
        <p:spPr bwMode="auto">
          <a:xfrm>
            <a:off x="0" y="669925"/>
            <a:ext cx="9144000" cy="1588"/>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17" name="Line 10"/>
          <p:cNvSpPr>
            <a:spLocks noChangeShapeType="1"/>
          </p:cNvSpPr>
          <p:nvPr/>
        </p:nvSpPr>
        <p:spPr bwMode="auto">
          <a:xfrm>
            <a:off x="0" y="2914650"/>
            <a:ext cx="9144000" cy="1588"/>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18" name="Line 3"/>
          <p:cNvSpPr>
            <a:spLocks noChangeShapeType="1"/>
          </p:cNvSpPr>
          <p:nvPr userDrawn="1"/>
        </p:nvSpPr>
        <p:spPr bwMode="auto">
          <a:xfrm>
            <a:off x="5632450" y="1736725"/>
            <a:ext cx="3511550"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19" name="Line 4"/>
          <p:cNvSpPr>
            <a:spLocks noChangeShapeType="1"/>
          </p:cNvSpPr>
          <p:nvPr userDrawn="1"/>
        </p:nvSpPr>
        <p:spPr bwMode="auto">
          <a:xfrm rot="10800000" flipH="1">
            <a:off x="4011613" y="669925"/>
            <a:ext cx="0" cy="2224088"/>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20" name="Line 10"/>
          <p:cNvSpPr>
            <a:spLocks noChangeShapeType="1"/>
          </p:cNvSpPr>
          <p:nvPr userDrawn="1"/>
        </p:nvSpPr>
        <p:spPr bwMode="auto">
          <a:xfrm>
            <a:off x="0" y="2914650"/>
            <a:ext cx="9144000" cy="1588"/>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21" name="Line 4"/>
          <p:cNvSpPr>
            <a:spLocks noChangeShapeType="1"/>
          </p:cNvSpPr>
          <p:nvPr userDrawn="1"/>
        </p:nvSpPr>
        <p:spPr bwMode="auto">
          <a:xfrm rot="10800000" flipH="1">
            <a:off x="5632450" y="669925"/>
            <a:ext cx="0" cy="2224088"/>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23" name="Title 22"/>
          <p:cNvSpPr>
            <a:spLocks noGrp="1"/>
          </p:cNvSpPr>
          <p:nvPr>
            <p:ph type="title"/>
          </p:nvPr>
        </p:nvSpPr>
        <p:spPr>
          <a:xfrm>
            <a:off x="457208" y="3037880"/>
            <a:ext cx="8229600" cy="899153"/>
          </a:xfrm>
        </p:spPr>
        <p:txBody>
          <a:bodyPr>
            <a:normAutofit/>
          </a:bodyPr>
          <a:lstStyle>
            <a:lvl1pPr algn="l">
              <a:defRPr sz="3200" b="0">
                <a:solidFill>
                  <a:schemeClr val="bg1"/>
                </a:solidFill>
                <a:latin typeface="Times"/>
                <a:cs typeface="Times"/>
              </a:defRPr>
            </a:lvl1pPr>
          </a:lstStyle>
          <a:p>
            <a:r>
              <a:rPr lang="en-US" dirty="0" smtClean="0"/>
              <a:t>Click to edit Master title style</a:t>
            </a:r>
            <a:endParaRPr lang="en-US" dirty="0"/>
          </a:p>
        </p:txBody>
      </p:sp>
      <p:sp>
        <p:nvSpPr>
          <p:cNvPr id="28" name="Content Placeholder 27"/>
          <p:cNvSpPr>
            <a:spLocks noGrp="1"/>
          </p:cNvSpPr>
          <p:nvPr>
            <p:ph sz="quarter" idx="10"/>
          </p:nvPr>
        </p:nvSpPr>
        <p:spPr>
          <a:xfrm>
            <a:off x="457208" y="3937000"/>
            <a:ext cx="8229600" cy="1333500"/>
          </a:xfrm>
        </p:spPr>
        <p:txBody>
          <a:bodyPr>
            <a:noAutofit/>
          </a:bodyPr>
          <a:lstStyle>
            <a:lvl1pPr marL="0" indent="0">
              <a:buFontTx/>
              <a:buNone/>
              <a:defRPr sz="2000">
                <a:solidFill>
                  <a:schemeClr val="bg2"/>
                </a:solidFill>
                <a:latin typeface="Helvetica"/>
                <a:cs typeface="Helvetica"/>
              </a:defRPr>
            </a:lvl1pPr>
            <a:lvl2pPr>
              <a:buFontTx/>
              <a:buNone/>
              <a:defRPr sz="1800">
                <a:solidFill>
                  <a:schemeClr val="bg2"/>
                </a:solidFill>
                <a:latin typeface="Helvetica"/>
                <a:cs typeface="Helvetica"/>
              </a:defRPr>
            </a:lvl2pPr>
            <a:lvl3pPr>
              <a:buFontTx/>
              <a:buNone/>
              <a:defRPr sz="1600">
                <a:solidFill>
                  <a:schemeClr val="bg2"/>
                </a:solidFill>
                <a:latin typeface="Helvetica"/>
                <a:cs typeface="Helvetica"/>
              </a:defRPr>
            </a:lvl3pPr>
            <a:lvl4pPr>
              <a:buFontTx/>
              <a:buNone/>
              <a:defRPr sz="1800">
                <a:solidFill>
                  <a:schemeClr val="bg2"/>
                </a:solidFill>
              </a:defRPr>
            </a:lvl4pPr>
            <a:lvl5pPr>
              <a:buFontTx/>
              <a:buNone/>
              <a:defRPr sz="1800">
                <a:solidFill>
                  <a:schemeClr val="bg2"/>
                </a:solidFill>
              </a:defRPr>
            </a:lvl5pPr>
          </a:lstStyle>
          <a:p>
            <a:pPr lvl="0"/>
            <a:r>
              <a:rPr lang="en-US" dirty="0" smtClean="0"/>
              <a:t>Click to edit Master text styles</a:t>
            </a:r>
          </a:p>
          <a:p>
            <a:pPr lvl="1"/>
            <a:r>
              <a:rPr lang="en-US" dirty="0" smtClean="0"/>
              <a:t>Second level</a:t>
            </a:r>
          </a:p>
          <a:p>
            <a:pPr lvl="2"/>
            <a:r>
              <a:rPr lang="en-US" dirty="0" smtClean="0"/>
              <a:t>Third level</a:t>
            </a:r>
          </a:p>
        </p:txBody>
      </p:sp>
    </p:spTree>
    <p:extLst>
      <p:ext uri="{BB962C8B-B14F-4D97-AF65-F5344CB8AC3E}">
        <p14:creationId xmlns:p14="http://schemas.microsoft.com/office/powerpoint/2010/main" val="3246941488"/>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56244">
              <a:defRPr>
                <a:solidFill>
                  <a:schemeClr val="tx1">
                    <a:tint val="75000"/>
                  </a:schemeClr>
                </a:solidFill>
                <a:cs typeface="+mn-cs"/>
              </a:defRPr>
            </a:lvl1pPr>
          </a:lstStyle>
          <a:p>
            <a:pPr>
              <a:defRPr/>
            </a:pPr>
            <a:r>
              <a:rPr lang="en-US"/>
              <a:t>April 10, 2022</a:t>
            </a:r>
          </a:p>
        </p:txBody>
      </p:sp>
      <p:sp>
        <p:nvSpPr>
          <p:cNvPr id="3" name="Footer Placeholder 2"/>
          <p:cNvSpPr>
            <a:spLocks noGrp="1"/>
          </p:cNvSpPr>
          <p:nvPr>
            <p:ph type="ftr" sz="quarter" idx="11"/>
          </p:nvPr>
        </p:nvSpPr>
        <p:spPr/>
        <p:txBody>
          <a:bodyPr/>
          <a:lstStyle>
            <a:lvl1pPr defTabSz="456244">
              <a:defRPr>
                <a:solidFill>
                  <a:schemeClr val="tx1">
                    <a:tint val="75000"/>
                  </a:schemeClr>
                </a:solidFill>
                <a:cs typeface="+mn-cs"/>
              </a:defRPr>
            </a:lvl1pPr>
          </a:lstStyle>
          <a:p>
            <a:pPr>
              <a:defRPr/>
            </a:pPr>
            <a:endParaRPr lang="en-US"/>
          </a:p>
        </p:txBody>
      </p:sp>
      <p:sp>
        <p:nvSpPr>
          <p:cNvPr id="4" name="Slide Number Placeholder 3"/>
          <p:cNvSpPr>
            <a:spLocks noGrp="1"/>
          </p:cNvSpPr>
          <p:nvPr>
            <p:ph type="sldNum" sz="quarter" idx="12"/>
          </p:nvPr>
        </p:nvSpPr>
        <p:spPr/>
        <p:txBody>
          <a:bodyPr/>
          <a:lstStyle>
            <a:lvl1pPr defTabSz="456244">
              <a:defRPr>
                <a:solidFill>
                  <a:schemeClr val="tx1">
                    <a:tint val="75000"/>
                  </a:schemeClr>
                </a:solidFill>
                <a:cs typeface="+mn-cs"/>
              </a:defRPr>
            </a:lvl1pPr>
          </a:lstStyle>
          <a:p>
            <a:pPr>
              <a:defRPr/>
            </a:pPr>
            <a:fld id="{41C8A6A6-B23F-4157-BC74-A78FA677B67E}" type="slidenum">
              <a:rPr lang="en-US"/>
              <a:pPr>
                <a:defRPr/>
              </a:pPr>
              <a:t>‹#›</a:t>
            </a:fld>
            <a:endParaRPr lang="en-US" dirty="0"/>
          </a:p>
        </p:txBody>
      </p:sp>
    </p:spTree>
    <p:extLst>
      <p:ext uri="{BB962C8B-B14F-4D97-AF65-F5344CB8AC3E}">
        <p14:creationId xmlns:p14="http://schemas.microsoft.com/office/powerpoint/2010/main" val="33414043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46038"/>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249" tIns="45623" rIns="91249" bIns="45623" numCol="1" anchor="b"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225550"/>
            <a:ext cx="8229600" cy="387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249" tIns="45623" rIns="91249" bIns="45623"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5297488"/>
            <a:ext cx="2133600" cy="304800"/>
          </a:xfrm>
          <a:prstGeom prst="rect">
            <a:avLst/>
          </a:prstGeom>
        </p:spPr>
        <p:txBody>
          <a:bodyPr vert="horz" lIns="91249" tIns="45623" rIns="91249" bIns="45623" rtlCol="0" anchor="ctr"/>
          <a:lstStyle>
            <a:lvl1pPr algn="l" defTabSz="912491" eaLnBrk="1" hangingPunct="1">
              <a:defRPr sz="1200">
                <a:solidFill>
                  <a:prstClr val="black">
                    <a:tint val="75000"/>
                  </a:prstClr>
                </a:solidFill>
                <a:latin typeface="Arial" charset="0"/>
                <a:cs typeface="Arial" charset="0"/>
                <a:sym typeface="Arial" charset="0"/>
              </a:defRPr>
            </a:lvl1pPr>
          </a:lstStyle>
          <a:p>
            <a:pPr>
              <a:defRPr/>
            </a:pPr>
            <a:r>
              <a:rPr lang="en-US"/>
              <a:t>April 10, 2022</a:t>
            </a:r>
          </a:p>
        </p:txBody>
      </p:sp>
      <p:sp>
        <p:nvSpPr>
          <p:cNvPr id="5" name="Footer Placeholder 4"/>
          <p:cNvSpPr>
            <a:spLocks noGrp="1"/>
          </p:cNvSpPr>
          <p:nvPr>
            <p:ph type="ftr" sz="quarter" idx="3"/>
          </p:nvPr>
        </p:nvSpPr>
        <p:spPr>
          <a:xfrm>
            <a:off x="3124200" y="5297488"/>
            <a:ext cx="2895600" cy="304800"/>
          </a:xfrm>
          <a:prstGeom prst="rect">
            <a:avLst/>
          </a:prstGeom>
        </p:spPr>
        <p:txBody>
          <a:bodyPr vert="horz" lIns="91249" tIns="45623" rIns="91249" bIns="45623" rtlCol="0" anchor="ctr"/>
          <a:lstStyle>
            <a:lvl1pPr algn="ctr" defTabSz="912491" eaLnBrk="1" hangingPunct="1">
              <a:defRPr sz="1200">
                <a:solidFill>
                  <a:prstClr val="black">
                    <a:tint val="75000"/>
                  </a:prstClr>
                </a:solidFill>
                <a:latin typeface="Arial" charset="0"/>
                <a:cs typeface="Arial" charset="0"/>
                <a:sym typeface="Arial" charset="0"/>
              </a:defRPr>
            </a:lvl1pPr>
          </a:lstStyle>
          <a:p>
            <a:pPr>
              <a:defRPr/>
            </a:pPr>
            <a:endParaRPr lang="en-US"/>
          </a:p>
        </p:txBody>
      </p:sp>
      <p:sp>
        <p:nvSpPr>
          <p:cNvPr id="6" name="Slide Number Placeholder 5"/>
          <p:cNvSpPr>
            <a:spLocks noGrp="1"/>
          </p:cNvSpPr>
          <p:nvPr>
            <p:ph type="sldNum" sz="quarter" idx="4"/>
          </p:nvPr>
        </p:nvSpPr>
        <p:spPr>
          <a:xfrm>
            <a:off x="6553200" y="5297488"/>
            <a:ext cx="2133600" cy="304800"/>
          </a:xfrm>
          <a:prstGeom prst="rect">
            <a:avLst/>
          </a:prstGeom>
        </p:spPr>
        <p:txBody>
          <a:bodyPr vert="horz" lIns="91249" tIns="45623" rIns="91249" bIns="45623" rtlCol="0" anchor="ctr"/>
          <a:lstStyle>
            <a:lvl1pPr algn="r" defTabSz="912491" eaLnBrk="1" hangingPunct="1">
              <a:defRPr sz="1200">
                <a:solidFill>
                  <a:prstClr val="black">
                    <a:tint val="75000"/>
                  </a:prstClr>
                </a:solidFill>
                <a:latin typeface="Arial" charset="0"/>
                <a:cs typeface="Arial" charset="0"/>
                <a:sym typeface="Arial" charset="0"/>
              </a:defRPr>
            </a:lvl1pPr>
          </a:lstStyle>
          <a:p>
            <a:pPr>
              <a:defRPr/>
            </a:pPr>
            <a:fld id="{67CCCCF3-3115-4882-99A7-FC01338BB1D2}" type="slidenum">
              <a:rPr lang="en-US"/>
              <a:pPr>
                <a:defRPr/>
              </a:pPr>
              <a:t>‹#›</a:t>
            </a:fld>
            <a:endParaRPr lang="en-US"/>
          </a:p>
        </p:txBody>
      </p:sp>
      <p:sp>
        <p:nvSpPr>
          <p:cNvPr id="1031" name="Rectangle 1"/>
          <p:cNvSpPr>
            <a:spLocks noChangeArrowheads="1"/>
          </p:cNvSpPr>
          <p:nvPr/>
        </p:nvSpPr>
        <p:spPr bwMode="auto">
          <a:xfrm>
            <a:off x="0" y="5334000"/>
            <a:ext cx="9144000" cy="381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49" tIns="45623" rIns="91249" bIns="45623"/>
          <a:lstStyle>
            <a:lvl1pPr defTabSz="911225">
              <a:defRPr>
                <a:solidFill>
                  <a:schemeClr val="tx1"/>
                </a:solidFill>
                <a:latin typeface="Arial" panose="020B0604020202020204" pitchFamily="34" charset="0"/>
              </a:defRPr>
            </a:lvl1pPr>
            <a:lvl2pPr marL="742950" indent="-285750" defTabSz="911225">
              <a:defRPr>
                <a:solidFill>
                  <a:schemeClr val="tx1"/>
                </a:solidFill>
                <a:latin typeface="Arial" panose="020B0604020202020204" pitchFamily="34" charset="0"/>
              </a:defRPr>
            </a:lvl2pPr>
            <a:lvl3pPr marL="1143000" indent="-228600" defTabSz="911225">
              <a:defRPr>
                <a:solidFill>
                  <a:schemeClr val="tx1"/>
                </a:solidFill>
                <a:latin typeface="Arial" panose="020B0604020202020204" pitchFamily="34" charset="0"/>
              </a:defRPr>
            </a:lvl3pPr>
            <a:lvl4pPr marL="1600200" indent="-228600" defTabSz="911225">
              <a:defRPr>
                <a:solidFill>
                  <a:schemeClr val="tx1"/>
                </a:solidFill>
                <a:latin typeface="Arial" panose="020B0604020202020204" pitchFamily="34" charset="0"/>
              </a:defRPr>
            </a:lvl4pPr>
            <a:lvl5pPr marL="2057400" indent="-228600" defTabSz="911225">
              <a:defRPr>
                <a:solidFill>
                  <a:schemeClr val="tx1"/>
                </a:solidFill>
                <a:latin typeface="Arial" panose="020B0604020202020204" pitchFamily="34" charset="0"/>
              </a:defRPr>
            </a:lvl5pPr>
            <a:lvl6pPr marL="2514600" indent="-228600" defTabSz="911225" eaLnBrk="0" fontAlgn="base" hangingPunct="0">
              <a:spcBef>
                <a:spcPct val="0"/>
              </a:spcBef>
              <a:spcAft>
                <a:spcPct val="0"/>
              </a:spcAft>
              <a:defRPr>
                <a:solidFill>
                  <a:schemeClr val="tx1"/>
                </a:solidFill>
                <a:latin typeface="Arial" panose="020B0604020202020204" pitchFamily="34" charset="0"/>
              </a:defRPr>
            </a:lvl6pPr>
            <a:lvl7pPr marL="2971800" indent="-228600" defTabSz="911225" eaLnBrk="0" fontAlgn="base" hangingPunct="0">
              <a:spcBef>
                <a:spcPct val="0"/>
              </a:spcBef>
              <a:spcAft>
                <a:spcPct val="0"/>
              </a:spcAft>
              <a:defRPr>
                <a:solidFill>
                  <a:schemeClr val="tx1"/>
                </a:solidFill>
                <a:latin typeface="Arial" panose="020B0604020202020204" pitchFamily="34" charset="0"/>
              </a:defRPr>
            </a:lvl7pPr>
            <a:lvl8pPr marL="3429000" indent="-228600" defTabSz="911225" eaLnBrk="0" fontAlgn="base" hangingPunct="0">
              <a:spcBef>
                <a:spcPct val="0"/>
              </a:spcBef>
              <a:spcAft>
                <a:spcPct val="0"/>
              </a:spcAft>
              <a:defRPr>
                <a:solidFill>
                  <a:schemeClr val="tx1"/>
                </a:solidFill>
                <a:latin typeface="Arial" panose="020B0604020202020204" pitchFamily="34" charset="0"/>
              </a:defRPr>
            </a:lvl8pPr>
            <a:lvl9pPr marL="3886200" indent="-228600" defTabSz="91122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2400" smtClean="0">
              <a:solidFill>
                <a:srgbClr val="000000"/>
              </a:solidFill>
              <a:cs typeface="Arial" panose="020B0604020202020204" pitchFamily="34" charset="0"/>
              <a:sym typeface="Arial" panose="020B0604020202020204" pitchFamily="34" charset="0"/>
            </a:endParaRPr>
          </a:p>
        </p:txBody>
      </p:sp>
      <p:sp>
        <p:nvSpPr>
          <p:cNvPr id="1032" name="Line 2"/>
          <p:cNvSpPr>
            <a:spLocks noChangeShapeType="1"/>
          </p:cNvSpPr>
          <p:nvPr/>
        </p:nvSpPr>
        <p:spPr bwMode="auto">
          <a:xfrm>
            <a:off x="0" y="5294313"/>
            <a:ext cx="9144000" cy="1587"/>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sp>
        <p:nvSpPr>
          <p:cNvPr id="1033" name="Line 5"/>
          <p:cNvSpPr>
            <a:spLocks noChangeShapeType="1"/>
          </p:cNvSpPr>
          <p:nvPr/>
        </p:nvSpPr>
        <p:spPr bwMode="auto">
          <a:xfrm>
            <a:off x="1588" y="1036638"/>
            <a:ext cx="9144000" cy="0"/>
          </a:xfrm>
          <a:prstGeom prst="line">
            <a:avLst/>
          </a:prstGeom>
          <a:noFill/>
          <a:ln w="63500">
            <a:solidFill>
              <a:schemeClr val="bg2"/>
            </a:solidFill>
            <a:round/>
            <a:headEnd/>
            <a:tailEnd/>
          </a:ln>
          <a:extLst>
            <a:ext uri="{909E8E84-426E-40DD-AFC4-6F175D3DCCD1}">
              <a14:hiddenFill xmlns:a14="http://schemas.microsoft.com/office/drawing/2010/main">
                <a:noFill/>
              </a14:hiddenFill>
            </a:ext>
          </a:extLst>
        </p:spPr>
        <p:txBody>
          <a:bodyPr lIns="91249" tIns="45623" rIns="91249" bIns="45623"/>
          <a:lstStyle/>
          <a:p>
            <a:endParaRPr lang="en-US"/>
          </a:p>
        </p:txBody>
      </p:sp>
      <p:pic>
        <p:nvPicPr>
          <p:cNvPr id="11" name="Picture 10" descr="B lyle Schengin.png"/>
          <p:cNvPicPr>
            <a:picLocks noChangeAspect="1"/>
          </p:cNvPicPr>
          <p:nvPr userDrawn="1"/>
        </p:nvPicPr>
        <p:blipFill>
          <a:blip r:embed="rId5"/>
          <a:stretch>
            <a:fillRect/>
          </a:stretch>
        </p:blipFill>
        <p:spPr>
          <a:xfrm>
            <a:off x="457200" y="5362575"/>
            <a:ext cx="3114675" cy="301625"/>
          </a:xfrm>
          <a:prstGeom prst="rect">
            <a:avLst/>
          </a:prstGeom>
          <a:ln>
            <a:noFill/>
          </a:ln>
          <a:effectLst>
            <a:outerShdw blurRad="292100" dist="139700" dir="2700000" algn="tl" rotWithShape="0">
              <a:srgbClr val="333333">
                <a:alpha val="65000"/>
              </a:srgbClr>
            </a:outerShdw>
          </a:effectLst>
        </p:spPr>
      </p:pic>
      <p:sp>
        <p:nvSpPr>
          <p:cNvPr id="1035" name="Rectangle 1"/>
          <p:cNvSpPr>
            <a:spLocks noChangeArrowheads="1"/>
          </p:cNvSpPr>
          <p:nvPr userDrawn="1"/>
        </p:nvSpPr>
        <p:spPr bwMode="auto">
          <a:xfrm>
            <a:off x="0" y="5334000"/>
            <a:ext cx="9144000" cy="381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49" tIns="45623" rIns="91249" bIns="45623"/>
          <a:lstStyle>
            <a:lvl1pPr defTabSz="911225">
              <a:defRPr>
                <a:solidFill>
                  <a:schemeClr val="tx1"/>
                </a:solidFill>
                <a:latin typeface="Arial" panose="020B0604020202020204" pitchFamily="34" charset="0"/>
              </a:defRPr>
            </a:lvl1pPr>
            <a:lvl2pPr marL="742950" indent="-285750" defTabSz="911225">
              <a:defRPr>
                <a:solidFill>
                  <a:schemeClr val="tx1"/>
                </a:solidFill>
                <a:latin typeface="Arial" panose="020B0604020202020204" pitchFamily="34" charset="0"/>
              </a:defRPr>
            </a:lvl2pPr>
            <a:lvl3pPr marL="1143000" indent="-228600" defTabSz="911225">
              <a:defRPr>
                <a:solidFill>
                  <a:schemeClr val="tx1"/>
                </a:solidFill>
                <a:latin typeface="Arial" panose="020B0604020202020204" pitchFamily="34" charset="0"/>
              </a:defRPr>
            </a:lvl3pPr>
            <a:lvl4pPr marL="1600200" indent="-228600" defTabSz="911225">
              <a:defRPr>
                <a:solidFill>
                  <a:schemeClr val="tx1"/>
                </a:solidFill>
                <a:latin typeface="Arial" panose="020B0604020202020204" pitchFamily="34" charset="0"/>
              </a:defRPr>
            </a:lvl4pPr>
            <a:lvl5pPr marL="2057400" indent="-228600" defTabSz="911225">
              <a:defRPr>
                <a:solidFill>
                  <a:schemeClr val="tx1"/>
                </a:solidFill>
                <a:latin typeface="Arial" panose="020B0604020202020204" pitchFamily="34" charset="0"/>
              </a:defRPr>
            </a:lvl5pPr>
            <a:lvl6pPr marL="2514600" indent="-228600" defTabSz="911225" eaLnBrk="0" fontAlgn="base" hangingPunct="0">
              <a:spcBef>
                <a:spcPct val="0"/>
              </a:spcBef>
              <a:spcAft>
                <a:spcPct val="0"/>
              </a:spcAft>
              <a:defRPr>
                <a:solidFill>
                  <a:schemeClr val="tx1"/>
                </a:solidFill>
                <a:latin typeface="Arial" panose="020B0604020202020204" pitchFamily="34" charset="0"/>
              </a:defRPr>
            </a:lvl6pPr>
            <a:lvl7pPr marL="2971800" indent="-228600" defTabSz="911225" eaLnBrk="0" fontAlgn="base" hangingPunct="0">
              <a:spcBef>
                <a:spcPct val="0"/>
              </a:spcBef>
              <a:spcAft>
                <a:spcPct val="0"/>
              </a:spcAft>
              <a:defRPr>
                <a:solidFill>
                  <a:schemeClr val="tx1"/>
                </a:solidFill>
                <a:latin typeface="Arial" panose="020B0604020202020204" pitchFamily="34" charset="0"/>
              </a:defRPr>
            </a:lvl7pPr>
            <a:lvl8pPr marL="3429000" indent="-228600" defTabSz="911225" eaLnBrk="0" fontAlgn="base" hangingPunct="0">
              <a:spcBef>
                <a:spcPct val="0"/>
              </a:spcBef>
              <a:spcAft>
                <a:spcPct val="0"/>
              </a:spcAft>
              <a:defRPr>
                <a:solidFill>
                  <a:schemeClr val="tx1"/>
                </a:solidFill>
                <a:latin typeface="Arial" panose="020B0604020202020204" pitchFamily="34" charset="0"/>
              </a:defRPr>
            </a:lvl8pPr>
            <a:lvl9pPr marL="3886200" indent="-228600" defTabSz="91122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2400" smtClean="0">
              <a:solidFill>
                <a:srgbClr val="000000"/>
              </a:solidFill>
              <a:cs typeface="Arial" panose="020B0604020202020204" pitchFamily="34" charset="0"/>
              <a:sym typeface="Arial" panose="020B0604020202020204" pitchFamily="34" charset="0"/>
            </a:endParaRPr>
          </a:p>
        </p:txBody>
      </p:sp>
      <p:pic>
        <p:nvPicPr>
          <p:cNvPr id="13" name="Picture 12" descr="B lyle Schengin.png"/>
          <p:cNvPicPr>
            <a:picLocks noChangeAspect="1"/>
          </p:cNvPicPr>
          <p:nvPr userDrawn="1"/>
        </p:nvPicPr>
        <p:blipFill>
          <a:blip r:embed="rId5"/>
          <a:stretch>
            <a:fillRect/>
          </a:stretch>
        </p:blipFill>
        <p:spPr>
          <a:xfrm>
            <a:off x="457200" y="5362575"/>
            <a:ext cx="2590800" cy="301625"/>
          </a:xfrm>
          <a:prstGeom prst="rect">
            <a:avLst/>
          </a:prstGeom>
          <a:ln>
            <a:noFill/>
          </a:ln>
          <a:effectLst>
            <a:outerShdw blurRad="292100" dist="139700" dir="2700000" algn="tl" rotWithShape="0">
              <a:srgbClr val="333333">
                <a:alpha val="65000"/>
              </a:srgbClr>
            </a:outerShdw>
          </a:effectLst>
        </p:spPr>
      </p:pic>
    </p:spTree>
  </p:cSld>
  <p:clrMap bg1="lt1" tx1="dk1" bg2="lt2" tx2="dk2" accent1="accent1" accent2="accent2" accent3="accent3" accent4="accent4" accent5="accent5" accent6="accent6" hlink="hlink" folHlink="folHlink"/>
  <p:sldLayoutIdLst>
    <p:sldLayoutId id="2147484043" r:id="rId1"/>
    <p:sldLayoutId id="2147484044" r:id="rId2"/>
    <p:sldLayoutId id="2147484045" r:id="rId3"/>
  </p:sldLayoutIdLst>
  <p:transition spd="slow"/>
  <p:timing>
    <p:tnLst>
      <p:par>
        <p:cTn id="1" dur="indefinite" restart="never" nodeType="tmRoot"/>
      </p:par>
    </p:tnLst>
  </p:timing>
  <p:hf hdr="0" ftr="0"/>
  <p:txStyles>
    <p:titleStyle>
      <a:lvl1pPr algn="l" defTabSz="911225" rtl="0" eaLnBrk="0" fontAlgn="base" hangingPunct="0">
        <a:spcBef>
          <a:spcPct val="0"/>
        </a:spcBef>
        <a:spcAft>
          <a:spcPct val="0"/>
        </a:spcAft>
        <a:defRPr sz="3200" b="1" kern="1200">
          <a:solidFill>
            <a:schemeClr val="tx2"/>
          </a:solidFill>
          <a:latin typeface="Times"/>
          <a:ea typeface="+mj-ea"/>
          <a:cs typeface="Times"/>
        </a:defRPr>
      </a:lvl1pPr>
      <a:lvl2pPr algn="l" defTabSz="911225" rtl="0" eaLnBrk="0" fontAlgn="base" hangingPunct="0">
        <a:spcBef>
          <a:spcPct val="0"/>
        </a:spcBef>
        <a:spcAft>
          <a:spcPct val="0"/>
        </a:spcAft>
        <a:defRPr sz="3200" b="1">
          <a:solidFill>
            <a:schemeClr val="tx2"/>
          </a:solidFill>
          <a:latin typeface="Times" panose="02020603050405020304" pitchFamily="18" charset="0"/>
          <a:cs typeface="Times" panose="02020603050405020304" pitchFamily="18" charset="0"/>
        </a:defRPr>
      </a:lvl2pPr>
      <a:lvl3pPr algn="l" defTabSz="911225" rtl="0" eaLnBrk="0" fontAlgn="base" hangingPunct="0">
        <a:spcBef>
          <a:spcPct val="0"/>
        </a:spcBef>
        <a:spcAft>
          <a:spcPct val="0"/>
        </a:spcAft>
        <a:defRPr sz="3200" b="1">
          <a:solidFill>
            <a:schemeClr val="tx2"/>
          </a:solidFill>
          <a:latin typeface="Times" panose="02020603050405020304" pitchFamily="18" charset="0"/>
          <a:cs typeface="Times" panose="02020603050405020304" pitchFamily="18" charset="0"/>
        </a:defRPr>
      </a:lvl3pPr>
      <a:lvl4pPr algn="l" defTabSz="911225" rtl="0" eaLnBrk="0" fontAlgn="base" hangingPunct="0">
        <a:spcBef>
          <a:spcPct val="0"/>
        </a:spcBef>
        <a:spcAft>
          <a:spcPct val="0"/>
        </a:spcAft>
        <a:defRPr sz="3200" b="1">
          <a:solidFill>
            <a:schemeClr val="tx2"/>
          </a:solidFill>
          <a:latin typeface="Times" panose="02020603050405020304" pitchFamily="18" charset="0"/>
          <a:cs typeface="Times" panose="02020603050405020304" pitchFamily="18" charset="0"/>
        </a:defRPr>
      </a:lvl4pPr>
      <a:lvl5pPr algn="l" defTabSz="911225" rtl="0" eaLnBrk="0" fontAlgn="base" hangingPunct="0">
        <a:spcBef>
          <a:spcPct val="0"/>
        </a:spcBef>
        <a:spcAft>
          <a:spcPct val="0"/>
        </a:spcAft>
        <a:defRPr sz="3200" b="1">
          <a:solidFill>
            <a:schemeClr val="tx2"/>
          </a:solidFill>
          <a:latin typeface="Times" panose="02020603050405020304" pitchFamily="18" charset="0"/>
          <a:cs typeface="Times" panose="02020603050405020304" pitchFamily="18" charset="0"/>
        </a:defRPr>
      </a:lvl5pPr>
      <a:lvl6pPr marL="457200" algn="l" defTabSz="911225" rtl="0" fontAlgn="base">
        <a:spcBef>
          <a:spcPct val="0"/>
        </a:spcBef>
        <a:spcAft>
          <a:spcPct val="0"/>
        </a:spcAft>
        <a:defRPr sz="3200" b="1">
          <a:solidFill>
            <a:schemeClr val="tx2"/>
          </a:solidFill>
          <a:latin typeface="Times" panose="02020603050405020304" pitchFamily="18" charset="0"/>
          <a:cs typeface="Times" panose="02020603050405020304" pitchFamily="18" charset="0"/>
        </a:defRPr>
      </a:lvl6pPr>
      <a:lvl7pPr marL="914400" algn="l" defTabSz="911225" rtl="0" fontAlgn="base">
        <a:spcBef>
          <a:spcPct val="0"/>
        </a:spcBef>
        <a:spcAft>
          <a:spcPct val="0"/>
        </a:spcAft>
        <a:defRPr sz="3200" b="1">
          <a:solidFill>
            <a:schemeClr val="tx2"/>
          </a:solidFill>
          <a:latin typeface="Times" panose="02020603050405020304" pitchFamily="18" charset="0"/>
          <a:cs typeface="Times" panose="02020603050405020304" pitchFamily="18" charset="0"/>
        </a:defRPr>
      </a:lvl7pPr>
      <a:lvl8pPr marL="1371600" algn="l" defTabSz="911225" rtl="0" fontAlgn="base">
        <a:spcBef>
          <a:spcPct val="0"/>
        </a:spcBef>
        <a:spcAft>
          <a:spcPct val="0"/>
        </a:spcAft>
        <a:defRPr sz="3200" b="1">
          <a:solidFill>
            <a:schemeClr val="tx2"/>
          </a:solidFill>
          <a:latin typeface="Times" panose="02020603050405020304" pitchFamily="18" charset="0"/>
          <a:cs typeface="Times" panose="02020603050405020304" pitchFamily="18" charset="0"/>
        </a:defRPr>
      </a:lvl8pPr>
      <a:lvl9pPr marL="1828800" algn="l" defTabSz="911225" rtl="0" fontAlgn="base">
        <a:spcBef>
          <a:spcPct val="0"/>
        </a:spcBef>
        <a:spcAft>
          <a:spcPct val="0"/>
        </a:spcAft>
        <a:defRPr sz="3200" b="1">
          <a:solidFill>
            <a:schemeClr val="tx2"/>
          </a:solidFill>
          <a:latin typeface="Times" panose="02020603050405020304" pitchFamily="18" charset="0"/>
          <a:cs typeface="Times" panose="02020603050405020304" pitchFamily="18" charset="0"/>
        </a:defRPr>
      </a:lvl9pPr>
    </p:titleStyle>
    <p:bodyStyle>
      <a:lvl1pPr marL="227013" indent="-227013" algn="l" defTabSz="911225" rtl="0" eaLnBrk="0" fontAlgn="base" hangingPunct="0">
        <a:spcBef>
          <a:spcPct val="0"/>
        </a:spcBef>
        <a:spcAft>
          <a:spcPts val="1200"/>
        </a:spcAft>
        <a:buClr>
          <a:schemeClr val="accent1"/>
        </a:buClr>
        <a:buFont typeface="Arial" panose="020B0604020202020204" pitchFamily="34" charset="0"/>
        <a:buChar char="•"/>
        <a:defRPr sz="2400" kern="1200">
          <a:solidFill>
            <a:schemeClr val="tx1"/>
          </a:solidFill>
          <a:latin typeface="Helvetica"/>
          <a:ea typeface="+mn-ea"/>
          <a:cs typeface="Helvetica"/>
        </a:defRPr>
      </a:lvl1pPr>
      <a:lvl2pPr marL="684213" indent="-227013" algn="l" defTabSz="911225" rtl="0" eaLnBrk="0" fontAlgn="base" hangingPunct="0">
        <a:spcBef>
          <a:spcPct val="0"/>
        </a:spcBef>
        <a:spcAft>
          <a:spcPts val="1200"/>
        </a:spcAft>
        <a:buClr>
          <a:schemeClr val="accent1"/>
        </a:buClr>
        <a:buFont typeface="Arial" panose="020B0604020202020204" pitchFamily="34" charset="0"/>
        <a:buChar char="–"/>
        <a:defRPr sz="2000" kern="1200">
          <a:solidFill>
            <a:schemeClr val="tx1"/>
          </a:solidFill>
          <a:latin typeface="Helvetica"/>
          <a:ea typeface="+mn-ea"/>
          <a:cs typeface="Helvetica"/>
        </a:defRPr>
      </a:lvl2pPr>
      <a:lvl3pPr marL="1139825" indent="-227013" algn="l" defTabSz="911225" rtl="0" eaLnBrk="0" fontAlgn="base" hangingPunct="0">
        <a:spcBef>
          <a:spcPct val="0"/>
        </a:spcBef>
        <a:spcAft>
          <a:spcPts val="1200"/>
        </a:spcAft>
        <a:buClr>
          <a:schemeClr val="accent1"/>
        </a:buClr>
        <a:buFont typeface="Arial" panose="020B0604020202020204" pitchFamily="34" charset="0"/>
        <a:buChar char="•"/>
        <a:defRPr kern="1200">
          <a:solidFill>
            <a:schemeClr val="tx1"/>
          </a:solidFill>
          <a:latin typeface="Helvetica"/>
          <a:ea typeface="+mn-ea"/>
          <a:cs typeface="Helvetica"/>
        </a:defRPr>
      </a:lvl3pPr>
      <a:lvl4pPr marL="1595438" indent="-227013" algn="l" defTabSz="911225" rtl="0" eaLnBrk="0" fontAlgn="base" hangingPunct="0">
        <a:spcBef>
          <a:spcPct val="0"/>
        </a:spcBef>
        <a:spcAft>
          <a:spcPts val="1200"/>
        </a:spcAft>
        <a:buClr>
          <a:schemeClr val="accent1"/>
        </a:buClr>
        <a:buFont typeface="Arial" panose="020B0604020202020204" pitchFamily="34" charset="0"/>
        <a:buChar char="–"/>
        <a:defRPr sz="1600" kern="1200">
          <a:solidFill>
            <a:schemeClr val="tx1"/>
          </a:solidFill>
          <a:latin typeface="Helvetica"/>
          <a:ea typeface="+mn-ea"/>
          <a:cs typeface="Helvetica"/>
        </a:defRPr>
      </a:lvl4pPr>
      <a:lvl5pPr marL="2052638" indent="-227013" algn="l" defTabSz="911225" rtl="0" eaLnBrk="0" fontAlgn="base" hangingPunct="0">
        <a:spcBef>
          <a:spcPct val="0"/>
        </a:spcBef>
        <a:spcAft>
          <a:spcPts val="1200"/>
        </a:spcAft>
        <a:buClr>
          <a:schemeClr val="accent1"/>
        </a:buClr>
        <a:buFont typeface="Arial" panose="020B0604020202020204" pitchFamily="34" charset="0"/>
        <a:buChar char="»"/>
        <a:defRPr sz="1400" kern="1200">
          <a:solidFill>
            <a:schemeClr val="tx1"/>
          </a:solidFill>
          <a:latin typeface="Helvetica"/>
          <a:ea typeface="+mn-ea"/>
          <a:cs typeface="Helvetica"/>
        </a:defRPr>
      </a:lvl5pPr>
      <a:lvl6pPr marL="2509348" indent="-228124" algn="l" defTabSz="91249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5592" indent="-228124" algn="l" defTabSz="91249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1841" indent="-228124" algn="l" defTabSz="91249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8085" indent="-228124" algn="l" defTabSz="91249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2491" rtl="0" eaLnBrk="1" latinLnBrk="0" hangingPunct="1">
        <a:defRPr sz="1800" kern="1200">
          <a:solidFill>
            <a:schemeClr val="tx1"/>
          </a:solidFill>
          <a:latin typeface="+mn-lt"/>
          <a:ea typeface="+mn-ea"/>
          <a:cs typeface="+mn-cs"/>
        </a:defRPr>
      </a:lvl1pPr>
      <a:lvl2pPr marL="456244" algn="l" defTabSz="912491" rtl="0" eaLnBrk="1" latinLnBrk="0" hangingPunct="1">
        <a:defRPr sz="1800" kern="1200">
          <a:solidFill>
            <a:schemeClr val="tx1"/>
          </a:solidFill>
          <a:latin typeface="+mn-lt"/>
          <a:ea typeface="+mn-ea"/>
          <a:cs typeface="+mn-cs"/>
        </a:defRPr>
      </a:lvl2pPr>
      <a:lvl3pPr marL="912491" algn="l" defTabSz="912491" rtl="0" eaLnBrk="1" latinLnBrk="0" hangingPunct="1">
        <a:defRPr sz="1800" kern="1200">
          <a:solidFill>
            <a:schemeClr val="tx1"/>
          </a:solidFill>
          <a:latin typeface="+mn-lt"/>
          <a:ea typeface="+mn-ea"/>
          <a:cs typeface="+mn-cs"/>
        </a:defRPr>
      </a:lvl3pPr>
      <a:lvl4pPr marL="1368733" algn="l" defTabSz="912491" rtl="0" eaLnBrk="1" latinLnBrk="0" hangingPunct="1">
        <a:defRPr sz="1800" kern="1200">
          <a:solidFill>
            <a:schemeClr val="tx1"/>
          </a:solidFill>
          <a:latin typeface="+mn-lt"/>
          <a:ea typeface="+mn-ea"/>
          <a:cs typeface="+mn-cs"/>
        </a:defRPr>
      </a:lvl4pPr>
      <a:lvl5pPr marL="1824979" algn="l" defTabSz="912491" rtl="0" eaLnBrk="1" latinLnBrk="0" hangingPunct="1">
        <a:defRPr sz="1800" kern="1200">
          <a:solidFill>
            <a:schemeClr val="tx1"/>
          </a:solidFill>
          <a:latin typeface="+mn-lt"/>
          <a:ea typeface="+mn-ea"/>
          <a:cs typeface="+mn-cs"/>
        </a:defRPr>
      </a:lvl5pPr>
      <a:lvl6pPr marL="2281226" algn="l" defTabSz="912491" rtl="0" eaLnBrk="1" latinLnBrk="0" hangingPunct="1">
        <a:defRPr sz="1800" kern="1200">
          <a:solidFill>
            <a:schemeClr val="tx1"/>
          </a:solidFill>
          <a:latin typeface="+mn-lt"/>
          <a:ea typeface="+mn-ea"/>
          <a:cs typeface="+mn-cs"/>
        </a:defRPr>
      </a:lvl6pPr>
      <a:lvl7pPr marL="2737472" algn="l" defTabSz="912491" rtl="0" eaLnBrk="1" latinLnBrk="0" hangingPunct="1">
        <a:defRPr sz="1800" kern="1200">
          <a:solidFill>
            <a:schemeClr val="tx1"/>
          </a:solidFill>
          <a:latin typeface="+mn-lt"/>
          <a:ea typeface="+mn-ea"/>
          <a:cs typeface="+mn-cs"/>
        </a:defRPr>
      </a:lvl7pPr>
      <a:lvl8pPr marL="3193716" algn="l" defTabSz="912491" rtl="0" eaLnBrk="1" latinLnBrk="0" hangingPunct="1">
        <a:defRPr sz="1800" kern="1200">
          <a:solidFill>
            <a:schemeClr val="tx1"/>
          </a:solidFill>
          <a:latin typeface="+mn-lt"/>
          <a:ea typeface="+mn-ea"/>
          <a:cs typeface="+mn-cs"/>
        </a:defRPr>
      </a:lvl8pPr>
      <a:lvl9pPr marL="3649961" algn="l" defTabSz="91249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p8RJU3LMQG8" TargetMode="External"/><Relationship Id="rId2" Type="http://schemas.openxmlformats.org/officeDocument/2006/relationships/hyperlink" Target="https://www.youtube.com/watch?v=xr1u3LUwcek" TargetMode="External"/><Relationship Id="rId1" Type="http://schemas.openxmlformats.org/officeDocument/2006/relationships/slideLayout" Target="../slideLayouts/slideLayout1.xml"/><Relationship Id="rId4" Type="http://schemas.openxmlformats.org/officeDocument/2006/relationships/hyperlink" Target="https://www.youtube.com/watch?v=mhzHj3yd6ek"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4"/>
          <p:cNvSpPr>
            <a:spLocks noGrp="1"/>
          </p:cNvSpPr>
          <p:nvPr>
            <p:ph type="title"/>
          </p:nvPr>
        </p:nvSpPr>
        <p:spPr>
          <a:xfrm>
            <a:off x="457200" y="2781300"/>
            <a:ext cx="8610600" cy="898525"/>
          </a:xfrm>
        </p:spPr>
        <p:txBody>
          <a:bodyPr/>
          <a:lstStyle/>
          <a:p>
            <a:pPr eaLnBrk="1" hangingPunct="1"/>
            <a:r>
              <a:rPr lang="en-US" altLang="en-US" smtClean="0">
                <a:latin typeface="Times" panose="02020603050405020304" pitchFamily="18" charset="0"/>
                <a:cs typeface="Times" panose="02020603050405020304" pitchFamily="18" charset="0"/>
              </a:rPr>
              <a:t>EETS 8332 Data Center Network Engineering</a:t>
            </a:r>
          </a:p>
        </p:txBody>
      </p:sp>
      <p:sp>
        <p:nvSpPr>
          <p:cNvPr id="7171" name="Content Placeholder 5"/>
          <p:cNvSpPr>
            <a:spLocks noGrp="1"/>
          </p:cNvSpPr>
          <p:nvPr>
            <p:ph sz="quarter" idx="10"/>
          </p:nvPr>
        </p:nvSpPr>
        <p:spPr>
          <a:xfrm>
            <a:off x="457200" y="3679825"/>
            <a:ext cx="8229600" cy="1333500"/>
          </a:xfrm>
        </p:spPr>
        <p:txBody>
          <a:bodyPr/>
          <a:lstStyle/>
          <a:p>
            <a:pPr eaLnBrk="1" hangingPunct="1"/>
            <a:r>
              <a:rPr lang="en-US" altLang="en-US" sz="2400" dirty="0" smtClean="0">
                <a:latin typeface="Helvetica" panose="020B0604020202020204" pitchFamily="34" charset="0"/>
                <a:cs typeface="Helvetica" panose="020B0604020202020204" pitchFamily="34" charset="0"/>
              </a:rPr>
              <a:t>Dr. Scott Kingsley</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263" y="1130300"/>
            <a:ext cx="8245475"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Title 58"/>
          <p:cNvSpPr txBox="1">
            <a:spLocks/>
          </p:cNvSpPr>
          <p:nvPr/>
        </p:nvSpPr>
        <p:spPr bwMode="auto">
          <a:xfrm>
            <a:off x="609600" y="4191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Aft>
                <a:spcPts val="1200"/>
              </a:spcAft>
              <a:buClr>
                <a:schemeClr val="accent1"/>
              </a:buClr>
              <a:buFont typeface="Arial" panose="020B0604020202020204" pitchFamily="34" charset="0"/>
              <a:buChar char="•"/>
              <a:defRPr sz="2400">
                <a:solidFill>
                  <a:schemeClr val="tx1"/>
                </a:solidFill>
                <a:latin typeface="Helvetica" panose="020B0604020202020204" pitchFamily="34" charset="0"/>
                <a:cs typeface="Helvetica" panose="020B0604020202020204" pitchFamily="34" charset="0"/>
              </a:defRPr>
            </a:lvl1pPr>
            <a:lvl2pPr marL="742950" indent="-285750" defTabSz="911225">
              <a:spcAft>
                <a:spcPts val="1200"/>
              </a:spcAft>
              <a:buClr>
                <a:schemeClr val="accent1"/>
              </a:buClr>
              <a:buFont typeface="Arial" panose="020B0604020202020204" pitchFamily="34" charset="0"/>
              <a:buChar char="–"/>
              <a:defRPr sz="2000">
                <a:solidFill>
                  <a:schemeClr val="tx1"/>
                </a:solidFill>
                <a:latin typeface="Helvetica" panose="020B0604020202020204" pitchFamily="34" charset="0"/>
                <a:cs typeface="Helvetica" panose="020B0604020202020204" pitchFamily="34" charset="0"/>
              </a:defRPr>
            </a:lvl2pPr>
            <a:lvl3pPr marL="1143000" indent="-228600" defTabSz="911225">
              <a:spcAft>
                <a:spcPts val="1200"/>
              </a:spcAft>
              <a:buClr>
                <a:schemeClr val="accent1"/>
              </a:buClr>
              <a:buFont typeface="Arial" panose="020B0604020202020204" pitchFamily="34" charset="0"/>
              <a:buChar char="•"/>
              <a:defRPr>
                <a:solidFill>
                  <a:schemeClr val="tx1"/>
                </a:solidFill>
                <a:latin typeface="Helvetica" panose="020B0604020202020204" pitchFamily="34" charset="0"/>
                <a:cs typeface="Helvetica" panose="020B0604020202020204" pitchFamily="34" charset="0"/>
              </a:defRPr>
            </a:lvl3pPr>
            <a:lvl4pPr marL="1600200" indent="-228600" defTabSz="911225">
              <a:spcAft>
                <a:spcPts val="1200"/>
              </a:spcAft>
              <a:buClr>
                <a:schemeClr val="accent1"/>
              </a:buClr>
              <a:buFont typeface="Arial" panose="020B0604020202020204" pitchFamily="34" charset="0"/>
              <a:buChar char="–"/>
              <a:defRPr sz="1600">
                <a:solidFill>
                  <a:schemeClr val="tx1"/>
                </a:solidFill>
                <a:latin typeface="Helvetica" panose="020B0604020202020204" pitchFamily="34" charset="0"/>
                <a:cs typeface="Helvetica" panose="020B0604020202020204" pitchFamily="34" charset="0"/>
              </a:defRPr>
            </a:lvl4pPr>
            <a:lvl5pPr marL="2057400" indent="-228600" defTabSz="911225">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5pPr>
            <a:lvl6pPr marL="25146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6pPr>
            <a:lvl7pPr marL="29718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7pPr>
            <a:lvl8pPr marL="34290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8pPr>
            <a:lvl9pPr marL="38862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9pPr>
          </a:lstStyle>
          <a:p>
            <a:pPr eaLnBrk="1" hangingPunct="1">
              <a:spcAft>
                <a:spcPct val="0"/>
              </a:spcAft>
              <a:buClrTx/>
              <a:buFontTx/>
              <a:buNone/>
            </a:pPr>
            <a:r>
              <a:rPr lang="en-US" altLang="en-US" sz="3200" b="1">
                <a:solidFill>
                  <a:schemeClr val="tx2"/>
                </a:solidFill>
                <a:latin typeface="Times" panose="02020603050405020304" pitchFamily="18" charset="0"/>
                <a:cs typeface="Times" panose="02020603050405020304" pitchFamily="18" charset="0"/>
              </a:rPr>
              <a:t>Data Center Overlay Evolution</a:t>
            </a:r>
          </a:p>
        </p:txBody>
      </p:sp>
      <p:sp>
        <p:nvSpPr>
          <p:cNvPr id="3" name="Slide Number Placeholder 2"/>
          <p:cNvSpPr>
            <a:spLocks noGrp="1"/>
          </p:cNvSpPr>
          <p:nvPr>
            <p:ph type="sldNum" sz="quarter" idx="12"/>
          </p:nvPr>
        </p:nvSpPr>
        <p:spPr/>
        <p:txBody>
          <a:bodyPr/>
          <a:lstStyle/>
          <a:p>
            <a:pPr>
              <a:defRPr/>
            </a:pPr>
            <a:fld id="{4A221B69-3736-47F7-9E1A-56CB3BBB9FAA}" type="slidenum">
              <a:rPr lang="en-US"/>
              <a:pPr>
                <a:defRPr/>
              </a:pPr>
              <a:t>2</a:t>
            </a:fld>
            <a:endParaRPr lang="en-US" dirty="0"/>
          </a:p>
        </p:txBody>
      </p:sp>
      <p:sp>
        <p:nvSpPr>
          <p:cNvPr id="4" name="Date Placeholder 3"/>
          <p:cNvSpPr>
            <a:spLocks noGrp="1"/>
          </p:cNvSpPr>
          <p:nvPr>
            <p:ph type="dt" sz="quarter" idx="10"/>
          </p:nvPr>
        </p:nvSpPr>
        <p:spPr/>
        <p:txBody>
          <a:bodyPr/>
          <a:lstStyle/>
          <a:p>
            <a:pPr>
              <a:defRPr/>
            </a:pPr>
            <a:r>
              <a:rPr lang="en-US"/>
              <a:t>April 10, 2022</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smtClean="0">
                <a:latin typeface="Times" panose="02020603050405020304" pitchFamily="18" charset="0"/>
                <a:cs typeface="Times" panose="02020603050405020304" pitchFamily="18" charset="0"/>
              </a:rPr>
              <a:t>ETHERNET PROBLEMS</a:t>
            </a:r>
          </a:p>
        </p:txBody>
      </p:sp>
      <p:sp>
        <p:nvSpPr>
          <p:cNvPr id="11267" name="Content Placeholder 2"/>
          <p:cNvSpPr>
            <a:spLocks noGrp="1"/>
          </p:cNvSpPr>
          <p:nvPr>
            <p:ph idx="1"/>
          </p:nvPr>
        </p:nvSpPr>
        <p:spPr>
          <a:xfrm>
            <a:off x="550863" y="1554163"/>
            <a:ext cx="7886700" cy="3263900"/>
          </a:xfrm>
        </p:spPr>
        <p:txBody>
          <a:bodyPr/>
          <a:lstStyle/>
          <a:p>
            <a:pPr eaLnBrk="1" hangingPunct="1"/>
            <a:r>
              <a:rPr lang="en-US" altLang="en-US" smtClean="0">
                <a:latin typeface="Helvetica" panose="020B0604020202020204" pitchFamily="34" charset="0"/>
                <a:cs typeface="Helvetica" panose="020B0604020202020204" pitchFamily="34" charset="0"/>
              </a:rPr>
              <a:t>Flooding</a:t>
            </a:r>
          </a:p>
          <a:p>
            <a:pPr eaLnBrk="1" hangingPunct="1"/>
            <a:r>
              <a:rPr lang="en-US" altLang="en-US" smtClean="0">
                <a:latin typeface="Helvetica" panose="020B0604020202020204" pitchFamily="34" charset="0"/>
                <a:cs typeface="Helvetica" panose="020B0604020202020204" pitchFamily="34" charset="0"/>
              </a:rPr>
              <a:t>ARP</a:t>
            </a:r>
          </a:p>
          <a:p>
            <a:pPr eaLnBrk="1" hangingPunct="1"/>
            <a:r>
              <a:rPr lang="en-US" altLang="en-US" smtClean="0">
                <a:latin typeface="Helvetica" panose="020B0604020202020204" pitchFamily="34" charset="0"/>
                <a:cs typeface="Helvetica" panose="020B0604020202020204" pitchFamily="34" charset="0"/>
              </a:rPr>
              <a:t>Broadcast domains</a:t>
            </a:r>
          </a:p>
          <a:p>
            <a:pPr eaLnBrk="1" hangingPunct="1"/>
            <a:r>
              <a:rPr lang="en-US" altLang="en-US" smtClean="0">
                <a:latin typeface="Helvetica" panose="020B0604020202020204" pitchFamily="34" charset="0"/>
                <a:cs typeface="Helvetica" panose="020B0604020202020204" pitchFamily="34" charset="0"/>
              </a:rPr>
              <a:t>MAC address table size</a:t>
            </a:r>
          </a:p>
          <a:p>
            <a:pPr eaLnBrk="1" hangingPunct="1"/>
            <a:r>
              <a:rPr lang="en-US" altLang="en-US" smtClean="0">
                <a:latin typeface="Helvetica" panose="020B0604020202020204" pitchFamily="34" charset="0"/>
                <a:cs typeface="Helvetica" panose="020B0604020202020204" pitchFamily="34" charset="0"/>
              </a:rPr>
              <a:t>MAC address learning</a:t>
            </a:r>
          </a:p>
          <a:p>
            <a:pPr eaLnBrk="1" hangingPunct="1"/>
            <a:endParaRPr lang="en-US" altLang="en-US" smtClean="0">
              <a:latin typeface="Helvetica" panose="020B0604020202020204" pitchFamily="34" charset="0"/>
              <a:cs typeface="Helvetica" panose="020B0604020202020204" pitchFamily="34" charset="0"/>
            </a:endParaRP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smtClean="0">
                <a:latin typeface="Times" panose="02020603050405020304" pitchFamily="18" charset="0"/>
                <a:cs typeface="Times" panose="02020603050405020304" pitchFamily="18" charset="0"/>
              </a:rPr>
              <a:t>Ethernet evolution to solve problems</a:t>
            </a:r>
          </a:p>
        </p:txBody>
      </p:sp>
      <p:sp>
        <p:nvSpPr>
          <p:cNvPr id="12291" name="Content Placeholder 2"/>
          <p:cNvSpPr>
            <a:spLocks noGrp="1"/>
          </p:cNvSpPr>
          <p:nvPr>
            <p:ph idx="1"/>
          </p:nvPr>
        </p:nvSpPr>
        <p:spPr>
          <a:xfrm>
            <a:off x="531813" y="1190625"/>
            <a:ext cx="7886700" cy="3263900"/>
          </a:xfrm>
        </p:spPr>
        <p:txBody>
          <a:bodyPr/>
          <a:lstStyle/>
          <a:p>
            <a:pPr eaLnBrk="1" hangingPunct="1"/>
            <a:r>
              <a:rPr lang="en-US" altLang="en-US" sz="1400" b="1" smtClean="0">
                <a:latin typeface="Helvetica" panose="020B0604020202020204" pitchFamily="34" charset="0"/>
                <a:cs typeface="Helvetica" panose="020B0604020202020204" pitchFamily="34" charset="0"/>
              </a:rPr>
              <a:t>1972 Ethernet begins</a:t>
            </a:r>
          </a:p>
          <a:p>
            <a:pPr eaLnBrk="1" hangingPunct="1"/>
            <a:r>
              <a:rPr lang="en-US" altLang="en-US" sz="1400" b="1" smtClean="0">
                <a:latin typeface="Helvetica" panose="020B0604020202020204" pitchFamily="34" charset="0"/>
                <a:cs typeface="Helvetica" panose="020B0604020202020204" pitchFamily="34" charset="0"/>
              </a:rPr>
              <a:t>1982 Ethernet II</a:t>
            </a:r>
          </a:p>
          <a:p>
            <a:pPr eaLnBrk="1" hangingPunct="1"/>
            <a:r>
              <a:rPr lang="en-US" altLang="en-US" sz="1400" b="1" smtClean="0">
                <a:latin typeface="Helvetica" panose="020B0604020202020204" pitchFamily="34" charset="0"/>
                <a:cs typeface="Helvetica" panose="020B0604020202020204" pitchFamily="34" charset="0"/>
              </a:rPr>
              <a:t>1982 IEEE 802.3</a:t>
            </a:r>
          </a:p>
          <a:p>
            <a:pPr eaLnBrk="1" hangingPunct="1"/>
            <a:r>
              <a:rPr lang="en-US" altLang="en-US" sz="1400" b="1" smtClean="0">
                <a:latin typeface="Helvetica" panose="020B0604020202020204" pitchFamily="34" charset="0"/>
                <a:cs typeface="Helvetica" panose="020B0604020202020204" pitchFamily="34" charset="0"/>
              </a:rPr>
              <a:t>1998 802.1q</a:t>
            </a:r>
          </a:p>
          <a:p>
            <a:pPr eaLnBrk="1" hangingPunct="1"/>
            <a:r>
              <a:rPr lang="en-US" altLang="en-US" sz="1400" b="1" smtClean="0">
                <a:latin typeface="Helvetica" panose="020B0604020202020204" pitchFamily="34" charset="0"/>
                <a:cs typeface="Helvetica" panose="020B0604020202020204" pitchFamily="34" charset="0"/>
              </a:rPr>
              <a:t>2006 Ethernet over MPLS</a:t>
            </a:r>
          </a:p>
          <a:p>
            <a:pPr eaLnBrk="1" hangingPunct="1"/>
            <a:r>
              <a:rPr lang="en-US" altLang="en-US" sz="1400" b="1" smtClean="0">
                <a:latin typeface="Helvetica" panose="020B0604020202020204" pitchFamily="34" charset="0"/>
                <a:cs typeface="Helvetica" panose="020B0604020202020204" pitchFamily="34" charset="0"/>
              </a:rPr>
              <a:t>2007 VPLS</a:t>
            </a:r>
          </a:p>
          <a:p>
            <a:pPr eaLnBrk="1" hangingPunct="1"/>
            <a:r>
              <a:rPr lang="en-US" altLang="en-US" sz="1400" b="1" smtClean="0">
                <a:latin typeface="Helvetica" panose="020B0604020202020204" pitchFamily="34" charset="0"/>
                <a:cs typeface="Helvetica" panose="020B0604020202020204" pitchFamily="34" charset="0"/>
              </a:rPr>
              <a:t>2008 802.3ih (PBB)</a:t>
            </a:r>
          </a:p>
          <a:p>
            <a:pPr eaLnBrk="1" hangingPunct="1"/>
            <a:r>
              <a:rPr lang="en-US" altLang="en-US" sz="1400" b="1" smtClean="0">
                <a:latin typeface="Helvetica" panose="020B0604020202020204" pitchFamily="34" charset="0"/>
                <a:cs typeface="Helvetica" panose="020B0604020202020204" pitchFamily="34" charset="0"/>
              </a:rPr>
              <a:t>2011 TRILL (FABRICPATH)</a:t>
            </a:r>
          </a:p>
          <a:p>
            <a:pPr eaLnBrk="1" hangingPunct="1"/>
            <a:r>
              <a:rPr lang="en-US" altLang="en-US" sz="1400" b="1" smtClean="0">
                <a:latin typeface="Helvetica" panose="020B0604020202020204" pitchFamily="34" charset="0"/>
                <a:cs typeface="Helvetica" panose="020B0604020202020204" pitchFamily="34" charset="0"/>
              </a:rPr>
              <a:t>2014 VXLAN</a:t>
            </a:r>
          </a:p>
          <a:p>
            <a:pPr eaLnBrk="1" hangingPunct="1"/>
            <a:r>
              <a:rPr lang="en-US" altLang="en-US" sz="1400" b="1" smtClean="0">
                <a:latin typeface="Helvetica" panose="020B0604020202020204" pitchFamily="34" charset="0"/>
                <a:cs typeface="Helvetica" panose="020B0604020202020204" pitchFamily="34" charset="0"/>
              </a:rPr>
              <a:t>2015 EVPN</a:t>
            </a:r>
          </a:p>
          <a:p>
            <a:pPr eaLnBrk="1" hangingPunct="1"/>
            <a:endParaRPr lang="en-US" altLang="en-US" sz="1400" b="1" smtClean="0">
              <a:latin typeface="Helvetica" panose="020B0604020202020204" pitchFamily="34" charset="0"/>
              <a:cs typeface="Helvetica" panose="020B0604020202020204" pitchFamily="34" charset="0"/>
            </a:endParaRPr>
          </a:p>
        </p:txBody>
      </p:sp>
      <p:sp>
        <p:nvSpPr>
          <p:cNvPr id="12292" name="Rectangle 3"/>
          <p:cNvSpPr>
            <a:spLocks noChangeArrowheads="1"/>
          </p:cNvSpPr>
          <p:nvPr/>
        </p:nvSpPr>
        <p:spPr bwMode="auto">
          <a:xfrm>
            <a:off x="4170363" y="2019300"/>
            <a:ext cx="4248150" cy="117316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5613" eaLnBrk="0" fontAlgn="base" hangingPunct="0">
              <a:spcBef>
                <a:spcPct val="0"/>
              </a:spcBef>
              <a:spcAft>
                <a:spcPct val="0"/>
              </a:spcAft>
              <a:defRPr>
                <a:solidFill>
                  <a:schemeClr val="tx1"/>
                </a:solidFill>
                <a:latin typeface="Arial" panose="020B0604020202020204" pitchFamily="34" charset="0"/>
              </a:defRPr>
            </a:lvl6pPr>
            <a:lvl7pPr marL="2971800" indent="-228600" defTabSz="455613" eaLnBrk="0" fontAlgn="base" hangingPunct="0">
              <a:spcBef>
                <a:spcPct val="0"/>
              </a:spcBef>
              <a:spcAft>
                <a:spcPct val="0"/>
              </a:spcAft>
              <a:defRPr>
                <a:solidFill>
                  <a:schemeClr val="tx1"/>
                </a:solidFill>
                <a:latin typeface="Arial" panose="020B0604020202020204" pitchFamily="34" charset="0"/>
              </a:defRPr>
            </a:lvl7pPr>
            <a:lvl8pPr marL="3429000" indent="-228600" defTabSz="455613" eaLnBrk="0" fontAlgn="base" hangingPunct="0">
              <a:spcBef>
                <a:spcPct val="0"/>
              </a:spcBef>
              <a:spcAft>
                <a:spcPct val="0"/>
              </a:spcAft>
              <a:defRPr>
                <a:solidFill>
                  <a:schemeClr val="tx1"/>
                </a:solidFill>
                <a:latin typeface="Arial" panose="020B0604020202020204" pitchFamily="34" charset="0"/>
              </a:defRPr>
            </a:lvl8pPr>
            <a:lvl9pPr marL="3886200" indent="-228600" defTabSz="455613"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30000"/>
              </a:lnSpc>
            </a:pPr>
            <a:r>
              <a:rPr lang="en-US" altLang="en-US"/>
              <a:t>Legacy L2 technologies still rely on flooding and learning to build Layer 2 forwarding database</a:t>
            </a: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mtClean="0">
                <a:latin typeface="Times" panose="02020603050405020304" pitchFamily="18" charset="0"/>
                <a:cs typeface="Times" panose="02020603050405020304" pitchFamily="18" charset="0"/>
              </a:rPr>
              <a:t>Problems with VXLAN and others</a:t>
            </a:r>
          </a:p>
        </p:txBody>
      </p:sp>
      <p:sp>
        <p:nvSpPr>
          <p:cNvPr id="13315" name="Content Placeholder 2"/>
          <p:cNvSpPr>
            <a:spLocks noGrp="1"/>
          </p:cNvSpPr>
          <p:nvPr>
            <p:ph idx="1"/>
          </p:nvPr>
        </p:nvSpPr>
        <p:spPr/>
        <p:txBody>
          <a:bodyPr/>
          <a:lstStyle/>
          <a:p>
            <a:pPr eaLnBrk="1" hangingPunct="1"/>
            <a:r>
              <a:rPr lang="en-US" altLang="en-US" smtClean="0">
                <a:latin typeface="Helvetica" panose="020B0604020202020204" pitchFamily="34" charset="0"/>
                <a:cs typeface="Helvetica" panose="020B0604020202020204" pitchFamily="34" charset="0"/>
              </a:rPr>
              <a:t>L2 and L3 both data plane only</a:t>
            </a:r>
          </a:p>
          <a:p>
            <a:pPr eaLnBrk="1" hangingPunct="1"/>
            <a:r>
              <a:rPr lang="en-US" altLang="en-US" smtClean="0">
                <a:latin typeface="Helvetica" panose="020B0604020202020204" pitchFamily="34" charset="0"/>
                <a:cs typeface="Helvetica" panose="020B0604020202020204" pitchFamily="34" charset="0"/>
              </a:rPr>
              <a:t>VXLAN no control plane </a:t>
            </a:r>
          </a:p>
          <a:p>
            <a:pPr eaLnBrk="1" hangingPunct="1"/>
            <a:r>
              <a:rPr lang="en-US" altLang="en-US" smtClean="0">
                <a:latin typeface="Helvetica" panose="020B0604020202020204" pitchFamily="34" charset="0"/>
                <a:cs typeface="Helvetica" panose="020B0604020202020204" pitchFamily="34" charset="0"/>
              </a:rPr>
              <a:t>Still used flooding</a:t>
            </a:r>
          </a:p>
          <a:p>
            <a:pPr eaLnBrk="1" hangingPunct="1"/>
            <a:r>
              <a:rPr lang="en-US" altLang="en-US" smtClean="0">
                <a:latin typeface="Helvetica" panose="020B0604020202020204" pitchFamily="34" charset="0"/>
                <a:cs typeface="Helvetica" panose="020B0604020202020204" pitchFamily="34" charset="0"/>
              </a:rPr>
              <a:t>ARPs</a:t>
            </a:r>
          </a:p>
          <a:p>
            <a:pPr eaLnBrk="1" hangingPunct="1"/>
            <a:r>
              <a:rPr lang="en-US" altLang="en-US" smtClean="0">
                <a:latin typeface="Helvetica" panose="020B0604020202020204" pitchFamily="34" charset="0"/>
                <a:cs typeface="Helvetica" panose="020B0604020202020204" pitchFamily="34" charset="0"/>
              </a:rPr>
              <a:t>MAC/IP address discovery</a:t>
            </a:r>
          </a:p>
          <a:p>
            <a:pPr eaLnBrk="1" hangingPunct="1"/>
            <a:endParaRPr lang="en-US" altLang="en-US" smtClean="0">
              <a:latin typeface="Helvetica" panose="020B0604020202020204" pitchFamily="34" charset="0"/>
              <a:cs typeface="Helvetica" panose="020B0604020202020204" pitchFamily="34" charset="0"/>
            </a:endParaRPr>
          </a:p>
          <a:p>
            <a:pPr marL="342900" lvl="1" indent="0" eaLnBrk="1" hangingPunct="1">
              <a:buFont typeface="Arial" panose="020B0604020202020204" pitchFamily="34" charset="0"/>
              <a:buNone/>
            </a:pPr>
            <a:endParaRPr lang="en-US" altLang="en-US" smtClean="0">
              <a:latin typeface="Helvetica" panose="020B0604020202020204" pitchFamily="34" charset="0"/>
              <a:cs typeface="Helvetica" panose="020B0604020202020204" pitchFamily="34" charset="0"/>
            </a:endParaRPr>
          </a:p>
          <a:p>
            <a:pPr eaLnBrk="1" hangingPunct="1"/>
            <a:endParaRPr lang="en-US" altLang="en-US" smtClean="0">
              <a:latin typeface="Helvetica" panose="020B0604020202020204" pitchFamily="34" charset="0"/>
              <a:cs typeface="Helvetica" panose="020B0604020202020204" pitchFamily="34" charset="0"/>
            </a:endParaRP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58"/>
          <p:cNvSpPr>
            <a:spLocks noGrp="1"/>
          </p:cNvSpPr>
          <p:nvPr>
            <p:ph type="title"/>
          </p:nvPr>
        </p:nvSpPr>
        <p:spPr/>
        <p:txBody>
          <a:bodyPr/>
          <a:lstStyle/>
          <a:p>
            <a:pPr eaLnBrk="1" hangingPunct="1"/>
            <a:r>
              <a:rPr lang="en-US" altLang="en-US" smtClean="0">
                <a:latin typeface="Times" panose="02020603050405020304" pitchFamily="18" charset="0"/>
                <a:cs typeface="Times" panose="02020603050405020304" pitchFamily="18" charset="0"/>
              </a:rPr>
              <a:t>Ethernet Virtual Private Network (EVPN)</a:t>
            </a:r>
          </a:p>
        </p:txBody>
      </p:sp>
      <p:sp>
        <p:nvSpPr>
          <p:cNvPr id="14339" name="Content Placeholder 59"/>
          <p:cNvSpPr>
            <a:spLocks noGrp="1"/>
          </p:cNvSpPr>
          <p:nvPr>
            <p:ph idx="1"/>
          </p:nvPr>
        </p:nvSpPr>
        <p:spPr/>
        <p:txBody>
          <a:bodyPr/>
          <a:lstStyle/>
          <a:p>
            <a:pPr eaLnBrk="1" hangingPunct="1"/>
            <a:r>
              <a:rPr lang="en-US" altLang="en-US" smtClean="0">
                <a:latin typeface="Helvetica" panose="020B0604020202020204" pitchFamily="34" charset="0"/>
                <a:cs typeface="Helvetica" panose="020B0604020202020204" pitchFamily="34" charset="0"/>
              </a:rPr>
              <a:t>Ethernet VPN (</a:t>
            </a:r>
            <a:r>
              <a:rPr lang="en-US" altLang="en-US" b="1" smtClean="0">
                <a:latin typeface="Helvetica" panose="020B0604020202020204" pitchFamily="34" charset="0"/>
                <a:cs typeface="Helvetica" panose="020B0604020202020204" pitchFamily="34" charset="0"/>
              </a:rPr>
              <a:t>EVPN</a:t>
            </a:r>
            <a:r>
              <a:rPr lang="en-US" altLang="en-US" smtClean="0">
                <a:latin typeface="Helvetica" panose="020B0604020202020204" pitchFamily="34" charset="0"/>
                <a:cs typeface="Helvetica" panose="020B0604020202020204" pitchFamily="34" charset="0"/>
              </a:rPr>
              <a:t>) is a standards-based technology that provides virtual </a:t>
            </a:r>
            <a:r>
              <a:rPr lang="en-US" altLang="en-US" smtClean="0">
                <a:solidFill>
                  <a:srgbClr val="FF0000"/>
                </a:solidFill>
                <a:latin typeface="Helvetica" panose="020B0604020202020204" pitchFamily="34" charset="0"/>
                <a:cs typeface="Helvetica" panose="020B0604020202020204" pitchFamily="34" charset="0"/>
              </a:rPr>
              <a:t>multipoint</a:t>
            </a:r>
            <a:r>
              <a:rPr lang="en-US" altLang="en-US" smtClean="0">
                <a:latin typeface="Helvetica" panose="020B0604020202020204" pitchFamily="34" charset="0"/>
                <a:cs typeface="Helvetica" panose="020B0604020202020204" pitchFamily="34" charset="0"/>
              </a:rPr>
              <a:t> bridged connectivity between different Layer 2 domains over an IP backbone network.</a:t>
            </a:r>
          </a:p>
        </p:txBody>
      </p:sp>
    </p:spTree>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58"/>
          <p:cNvSpPr>
            <a:spLocks noGrp="1"/>
          </p:cNvSpPr>
          <p:nvPr>
            <p:ph type="title"/>
          </p:nvPr>
        </p:nvSpPr>
        <p:spPr/>
        <p:txBody>
          <a:bodyPr rtlCol="0">
            <a:normAutofit fontScale="90000"/>
          </a:bodyPr>
          <a:lstStyle/>
          <a:p>
            <a:pPr defTabSz="912491" eaLnBrk="1" fontAlgn="auto" hangingPunct="1">
              <a:spcAft>
                <a:spcPts val="0"/>
              </a:spcAft>
              <a:defRPr/>
            </a:pPr>
            <a:r>
              <a:rPr lang="en-US" dirty="0" smtClean="0"/>
              <a:t>Ethernet Virtual Private Network (EVPN) benefits</a:t>
            </a:r>
            <a:endParaRPr lang="en-US" dirty="0"/>
          </a:p>
        </p:txBody>
      </p:sp>
      <p:sp>
        <p:nvSpPr>
          <p:cNvPr id="16387" name="Content Placeholder 59"/>
          <p:cNvSpPr>
            <a:spLocks noGrp="1"/>
          </p:cNvSpPr>
          <p:nvPr>
            <p:ph idx="1"/>
          </p:nvPr>
        </p:nvSpPr>
        <p:spPr/>
        <p:txBody>
          <a:bodyPr/>
          <a:lstStyle/>
          <a:p>
            <a:pPr eaLnBrk="1" hangingPunct="1"/>
            <a:r>
              <a:rPr lang="en-US" altLang="en-US" b="1" smtClean="0">
                <a:latin typeface="Helvetica" panose="020B0604020202020204" pitchFamily="34" charset="0"/>
                <a:cs typeface="Helvetica" panose="020B0604020202020204" pitchFamily="34" charset="0"/>
              </a:rPr>
              <a:t>Integrated Services</a:t>
            </a:r>
            <a:r>
              <a:rPr lang="en-US" altLang="en-US" smtClean="0">
                <a:latin typeface="Helvetica" panose="020B0604020202020204" pitchFamily="34" charset="0"/>
                <a:cs typeface="Helvetica" panose="020B0604020202020204" pitchFamily="34" charset="0"/>
              </a:rPr>
              <a:t> </a:t>
            </a:r>
          </a:p>
          <a:p>
            <a:pPr lvl="1" eaLnBrk="1" hangingPunct="1"/>
            <a:r>
              <a:rPr lang="en-US" altLang="en-US" smtClean="0">
                <a:latin typeface="Helvetica" panose="020B0604020202020204" pitchFamily="34" charset="0"/>
                <a:cs typeface="Helvetica" panose="020B0604020202020204" pitchFamily="34" charset="0"/>
              </a:rPr>
              <a:t>Delivering Layer 2 and Layer 3 services over the same interface has been cumbersome until now. </a:t>
            </a:r>
          </a:p>
          <a:p>
            <a:pPr lvl="1" eaLnBrk="1" hangingPunct="1"/>
            <a:r>
              <a:rPr lang="en-US" altLang="en-US" smtClean="0">
                <a:latin typeface="Helvetica" panose="020B0604020202020204" pitchFamily="34" charset="0"/>
                <a:cs typeface="Helvetica" panose="020B0604020202020204" pitchFamily="34" charset="0"/>
              </a:rPr>
              <a:t>Offering services with VPLS and L3VPNs requires multiple technologies and multiple customer service interfaces. </a:t>
            </a:r>
          </a:p>
          <a:p>
            <a:pPr lvl="1" eaLnBrk="1" hangingPunct="1"/>
            <a:r>
              <a:rPr lang="en-US" altLang="en-US" smtClean="0">
                <a:latin typeface="Helvetica" panose="020B0604020202020204" pitchFamily="34" charset="0"/>
                <a:cs typeface="Helvetica" panose="020B0604020202020204" pitchFamily="34" charset="0"/>
              </a:rPr>
              <a:t>L3VPN-like operation with MP-BGP as the control plane protocol offers more scalability and control over learning and flooding.</a:t>
            </a:r>
          </a:p>
        </p:txBody>
      </p:sp>
    </p:spTree>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63650"/>
            <a:ext cx="8191500" cy="387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itle 58"/>
          <p:cNvSpPr txBox="1">
            <a:spLocks/>
          </p:cNvSpPr>
          <p:nvPr/>
        </p:nvSpPr>
        <p:spPr bwMode="auto">
          <a:xfrm>
            <a:off x="419100" y="29845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Aft>
                <a:spcPts val="1200"/>
              </a:spcAft>
              <a:buClr>
                <a:schemeClr val="accent1"/>
              </a:buClr>
              <a:buFont typeface="Arial" panose="020B0604020202020204" pitchFamily="34" charset="0"/>
              <a:buChar char="•"/>
              <a:defRPr sz="2400">
                <a:solidFill>
                  <a:schemeClr val="tx1"/>
                </a:solidFill>
                <a:latin typeface="Helvetica" panose="020B0604020202020204" pitchFamily="34" charset="0"/>
                <a:cs typeface="Helvetica" panose="020B0604020202020204" pitchFamily="34" charset="0"/>
              </a:defRPr>
            </a:lvl1pPr>
            <a:lvl2pPr marL="742950" indent="-285750" defTabSz="911225">
              <a:spcAft>
                <a:spcPts val="1200"/>
              </a:spcAft>
              <a:buClr>
                <a:schemeClr val="accent1"/>
              </a:buClr>
              <a:buFont typeface="Arial" panose="020B0604020202020204" pitchFamily="34" charset="0"/>
              <a:buChar char="–"/>
              <a:defRPr sz="2000">
                <a:solidFill>
                  <a:schemeClr val="tx1"/>
                </a:solidFill>
                <a:latin typeface="Helvetica" panose="020B0604020202020204" pitchFamily="34" charset="0"/>
                <a:cs typeface="Helvetica" panose="020B0604020202020204" pitchFamily="34" charset="0"/>
              </a:defRPr>
            </a:lvl2pPr>
            <a:lvl3pPr marL="1143000" indent="-228600" defTabSz="911225">
              <a:spcAft>
                <a:spcPts val="1200"/>
              </a:spcAft>
              <a:buClr>
                <a:schemeClr val="accent1"/>
              </a:buClr>
              <a:buFont typeface="Arial" panose="020B0604020202020204" pitchFamily="34" charset="0"/>
              <a:buChar char="•"/>
              <a:defRPr>
                <a:solidFill>
                  <a:schemeClr val="tx1"/>
                </a:solidFill>
                <a:latin typeface="Helvetica" panose="020B0604020202020204" pitchFamily="34" charset="0"/>
                <a:cs typeface="Helvetica" panose="020B0604020202020204" pitchFamily="34" charset="0"/>
              </a:defRPr>
            </a:lvl3pPr>
            <a:lvl4pPr marL="1600200" indent="-228600" defTabSz="911225">
              <a:spcAft>
                <a:spcPts val="1200"/>
              </a:spcAft>
              <a:buClr>
                <a:schemeClr val="accent1"/>
              </a:buClr>
              <a:buFont typeface="Arial" panose="020B0604020202020204" pitchFamily="34" charset="0"/>
              <a:buChar char="–"/>
              <a:defRPr sz="1600">
                <a:solidFill>
                  <a:schemeClr val="tx1"/>
                </a:solidFill>
                <a:latin typeface="Helvetica" panose="020B0604020202020204" pitchFamily="34" charset="0"/>
                <a:cs typeface="Helvetica" panose="020B0604020202020204" pitchFamily="34" charset="0"/>
              </a:defRPr>
            </a:lvl4pPr>
            <a:lvl5pPr marL="2057400" indent="-228600" defTabSz="911225">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5pPr>
            <a:lvl6pPr marL="25146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6pPr>
            <a:lvl7pPr marL="29718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7pPr>
            <a:lvl8pPr marL="34290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8pPr>
            <a:lvl9pPr marL="38862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9pPr>
          </a:lstStyle>
          <a:p>
            <a:pPr eaLnBrk="1" hangingPunct="1">
              <a:spcAft>
                <a:spcPct val="0"/>
              </a:spcAft>
              <a:buClrTx/>
              <a:buFontTx/>
              <a:buNone/>
            </a:pPr>
            <a:r>
              <a:rPr lang="en-US" altLang="en-US" sz="3200" b="1">
                <a:solidFill>
                  <a:schemeClr val="tx2"/>
                </a:solidFill>
                <a:latin typeface="Times" panose="02020603050405020304" pitchFamily="18" charset="0"/>
                <a:cs typeface="Times" panose="02020603050405020304" pitchFamily="18" charset="0"/>
              </a:rPr>
              <a:t>EVPN Control and Data Planes</a:t>
            </a:r>
          </a:p>
        </p:txBody>
      </p:sp>
      <p:sp>
        <p:nvSpPr>
          <p:cNvPr id="4" name="Slide Number Placeholder 3"/>
          <p:cNvSpPr>
            <a:spLocks noGrp="1"/>
          </p:cNvSpPr>
          <p:nvPr>
            <p:ph type="sldNum" sz="quarter" idx="12"/>
          </p:nvPr>
        </p:nvSpPr>
        <p:spPr/>
        <p:txBody>
          <a:bodyPr/>
          <a:lstStyle/>
          <a:p>
            <a:pPr>
              <a:defRPr/>
            </a:pPr>
            <a:fld id="{EBF35FCC-8051-4579-8BF2-EBB27033F329}" type="slidenum">
              <a:rPr lang="en-US"/>
              <a:pPr>
                <a:defRPr/>
              </a:pPr>
              <a:t>8</a:t>
            </a:fld>
            <a:endParaRPr lang="en-US" dirty="0"/>
          </a:p>
        </p:txBody>
      </p:sp>
      <p:sp>
        <p:nvSpPr>
          <p:cNvPr id="3" name="Date Placeholder 2"/>
          <p:cNvSpPr>
            <a:spLocks noGrp="1"/>
          </p:cNvSpPr>
          <p:nvPr>
            <p:ph type="dt" sz="quarter" idx="10"/>
          </p:nvPr>
        </p:nvSpPr>
        <p:spPr/>
        <p:txBody>
          <a:bodyPr/>
          <a:lstStyle/>
          <a:p>
            <a:pPr>
              <a:defRPr/>
            </a:pPr>
            <a:r>
              <a:rPr lang="en-US"/>
              <a:t>April 10, 2022</a:t>
            </a: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altLang="en-US" smtClean="0">
                <a:latin typeface="Times" panose="02020603050405020304" pitchFamily="18" charset="0"/>
                <a:cs typeface="Times" panose="02020603050405020304" pitchFamily="18" charset="0"/>
              </a:rPr>
              <a:t>BGP use in MPLS L3VPN</a:t>
            </a:r>
          </a:p>
        </p:txBody>
      </p:sp>
      <p:sp>
        <p:nvSpPr>
          <p:cNvPr id="19459" name="Content Placeholder 3"/>
          <p:cNvSpPr>
            <a:spLocks noGrp="1"/>
          </p:cNvSpPr>
          <p:nvPr>
            <p:ph idx="1"/>
          </p:nvPr>
        </p:nvSpPr>
        <p:spPr/>
        <p:txBody>
          <a:bodyPr/>
          <a:lstStyle/>
          <a:p>
            <a:pPr eaLnBrk="1" hangingPunct="1"/>
            <a:r>
              <a:rPr lang="en-US" altLang="en-US" smtClean="0">
                <a:latin typeface="Helvetica" panose="020B0604020202020204" pitchFamily="34" charset="0"/>
                <a:cs typeface="Helvetica" panose="020B0604020202020204" pitchFamily="34" charset="0"/>
              </a:rPr>
              <a:t>Multiprotocol Border Gateway Protocol (MP-BGP)</a:t>
            </a:r>
          </a:p>
          <a:p>
            <a:pPr eaLnBrk="1" hangingPunct="1"/>
            <a:r>
              <a:rPr lang="en-US" altLang="en-US" smtClean="0">
                <a:latin typeface="Helvetica" panose="020B0604020202020204" pitchFamily="34" charset="0"/>
                <a:cs typeface="Helvetica" panose="020B0604020202020204" pitchFamily="34" charset="0"/>
              </a:rPr>
              <a:t>Device and IP address discovery</a:t>
            </a:r>
          </a:p>
          <a:p>
            <a:pPr eaLnBrk="1" hangingPunct="1"/>
            <a:r>
              <a:rPr lang="en-US" altLang="en-US" smtClean="0">
                <a:latin typeface="Helvetica" panose="020B0604020202020204" pitchFamily="34" charset="0"/>
                <a:cs typeface="Helvetica" panose="020B0604020202020204" pitchFamily="34" charset="0"/>
              </a:rPr>
              <a:t>Virtual Routing Function (VRF)</a:t>
            </a:r>
          </a:p>
          <a:p>
            <a:pPr eaLnBrk="1" hangingPunct="1"/>
            <a:r>
              <a:rPr lang="en-US" altLang="en-US" smtClean="0">
                <a:latin typeface="Helvetica" panose="020B0604020202020204" pitchFamily="34" charset="0"/>
                <a:cs typeface="Helvetica" panose="020B0604020202020204" pitchFamily="34" charset="0"/>
              </a:rPr>
              <a:t>Route Distinguisher (RD)</a:t>
            </a:r>
          </a:p>
          <a:p>
            <a:pPr eaLnBrk="1" hangingPunct="1"/>
            <a:r>
              <a:rPr lang="en-US" altLang="en-US" smtClean="0">
                <a:latin typeface="Helvetica" panose="020B0604020202020204" pitchFamily="34" charset="0"/>
                <a:cs typeface="Helvetica" panose="020B0604020202020204" pitchFamily="34" charset="0"/>
              </a:rPr>
              <a:t>Route Target (RT)</a:t>
            </a:r>
          </a:p>
          <a:p>
            <a:pPr eaLnBrk="1" hangingPunct="1"/>
            <a:r>
              <a:rPr lang="en-US" altLang="en-US" smtClean="0">
                <a:latin typeface="Helvetica" panose="020B0604020202020204" pitchFamily="34" charset="0"/>
                <a:cs typeface="Helvetica" panose="020B0604020202020204" pitchFamily="34" charset="0"/>
              </a:rPr>
              <a:t>Enables secure multitenancy </a:t>
            </a:r>
          </a:p>
        </p:txBody>
      </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43000"/>
            <a:ext cx="86106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Title 1"/>
          <p:cNvSpPr txBox="1">
            <a:spLocks/>
          </p:cNvSpPr>
          <p:nvPr/>
        </p:nvSpPr>
        <p:spPr bwMode="auto">
          <a:xfrm>
            <a:off x="2743200" y="1905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Aft>
                <a:spcPts val="1200"/>
              </a:spcAft>
              <a:buClr>
                <a:schemeClr val="accent1"/>
              </a:buClr>
              <a:buFont typeface="Arial" panose="020B0604020202020204" pitchFamily="34" charset="0"/>
              <a:buChar char="•"/>
              <a:defRPr sz="2400">
                <a:solidFill>
                  <a:schemeClr val="tx1"/>
                </a:solidFill>
                <a:latin typeface="Helvetica" panose="020B0604020202020204" pitchFamily="34" charset="0"/>
                <a:cs typeface="Helvetica" panose="020B0604020202020204" pitchFamily="34" charset="0"/>
              </a:defRPr>
            </a:lvl1pPr>
            <a:lvl2pPr marL="742950" indent="-285750" defTabSz="911225">
              <a:spcAft>
                <a:spcPts val="1200"/>
              </a:spcAft>
              <a:buClr>
                <a:schemeClr val="accent1"/>
              </a:buClr>
              <a:buFont typeface="Arial" panose="020B0604020202020204" pitchFamily="34" charset="0"/>
              <a:buChar char="–"/>
              <a:defRPr sz="2000">
                <a:solidFill>
                  <a:schemeClr val="tx1"/>
                </a:solidFill>
                <a:latin typeface="Helvetica" panose="020B0604020202020204" pitchFamily="34" charset="0"/>
                <a:cs typeface="Helvetica" panose="020B0604020202020204" pitchFamily="34" charset="0"/>
              </a:defRPr>
            </a:lvl2pPr>
            <a:lvl3pPr marL="1143000" indent="-228600" defTabSz="911225">
              <a:spcAft>
                <a:spcPts val="1200"/>
              </a:spcAft>
              <a:buClr>
                <a:schemeClr val="accent1"/>
              </a:buClr>
              <a:buFont typeface="Arial" panose="020B0604020202020204" pitchFamily="34" charset="0"/>
              <a:buChar char="•"/>
              <a:defRPr>
                <a:solidFill>
                  <a:schemeClr val="tx1"/>
                </a:solidFill>
                <a:latin typeface="Helvetica" panose="020B0604020202020204" pitchFamily="34" charset="0"/>
                <a:cs typeface="Helvetica" panose="020B0604020202020204" pitchFamily="34" charset="0"/>
              </a:defRPr>
            </a:lvl3pPr>
            <a:lvl4pPr marL="1600200" indent="-228600" defTabSz="911225">
              <a:spcAft>
                <a:spcPts val="1200"/>
              </a:spcAft>
              <a:buClr>
                <a:schemeClr val="accent1"/>
              </a:buClr>
              <a:buFont typeface="Arial" panose="020B0604020202020204" pitchFamily="34" charset="0"/>
              <a:buChar char="–"/>
              <a:defRPr sz="1600">
                <a:solidFill>
                  <a:schemeClr val="tx1"/>
                </a:solidFill>
                <a:latin typeface="Helvetica" panose="020B0604020202020204" pitchFamily="34" charset="0"/>
                <a:cs typeface="Helvetica" panose="020B0604020202020204" pitchFamily="34" charset="0"/>
              </a:defRPr>
            </a:lvl4pPr>
            <a:lvl5pPr marL="2057400" indent="-228600" defTabSz="911225">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5pPr>
            <a:lvl6pPr marL="25146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6pPr>
            <a:lvl7pPr marL="29718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7pPr>
            <a:lvl8pPr marL="34290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8pPr>
            <a:lvl9pPr marL="38862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9pPr>
          </a:lstStyle>
          <a:p>
            <a:pPr eaLnBrk="1" hangingPunct="1">
              <a:spcAft>
                <a:spcPct val="0"/>
              </a:spcAft>
              <a:buClrTx/>
              <a:buFontTx/>
              <a:buNone/>
            </a:pPr>
            <a:r>
              <a:rPr lang="en-US" altLang="en-US" sz="3200" b="1">
                <a:solidFill>
                  <a:schemeClr val="tx2"/>
                </a:solidFill>
                <a:latin typeface="Times" panose="02020603050405020304" pitchFamily="18" charset="0"/>
                <a:cs typeface="Times" panose="02020603050405020304" pitchFamily="18" charset="0"/>
              </a:rPr>
              <a:t>EVPN Operation</a:t>
            </a:r>
          </a:p>
        </p:txBody>
      </p:sp>
      <p:sp>
        <p:nvSpPr>
          <p:cNvPr id="4" name="Slide Number Placeholder 3"/>
          <p:cNvSpPr>
            <a:spLocks noGrp="1"/>
          </p:cNvSpPr>
          <p:nvPr>
            <p:ph type="sldNum" sz="quarter" idx="12"/>
          </p:nvPr>
        </p:nvSpPr>
        <p:spPr/>
        <p:txBody>
          <a:bodyPr/>
          <a:lstStyle/>
          <a:p>
            <a:pPr>
              <a:defRPr/>
            </a:pPr>
            <a:fld id="{D5D31782-209E-4139-9781-75F86D5E1D38}" type="slidenum">
              <a:rPr lang="en-US"/>
              <a:pPr>
                <a:defRPr/>
              </a:pPr>
              <a:t>10</a:t>
            </a:fld>
            <a:endParaRPr lang="en-US" dirty="0"/>
          </a:p>
        </p:txBody>
      </p:sp>
      <p:sp>
        <p:nvSpPr>
          <p:cNvPr id="3" name="Date Placeholder 2"/>
          <p:cNvSpPr>
            <a:spLocks noGrp="1"/>
          </p:cNvSpPr>
          <p:nvPr>
            <p:ph type="dt" sz="quarter" idx="10"/>
          </p:nvPr>
        </p:nvSpPr>
        <p:spPr/>
        <p:txBody>
          <a:bodyPr/>
          <a:lstStyle/>
          <a:p>
            <a:pPr>
              <a:defRPr/>
            </a:pPr>
            <a:r>
              <a:rPr lang="en-US"/>
              <a:t>April 10, 2022</a:t>
            </a:r>
          </a:p>
        </p:txBody>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575" y="176213"/>
            <a:ext cx="8499475" cy="558800"/>
          </a:xfrm>
        </p:spPr>
        <p:txBody>
          <a:bodyPr rtlCol="0">
            <a:normAutofit fontScale="90000"/>
          </a:bodyPr>
          <a:lstStyle/>
          <a:p>
            <a:pPr algn="ctr" defTabSz="912491" eaLnBrk="1" fontAlgn="auto" hangingPunct="1">
              <a:spcAft>
                <a:spcPts val="0"/>
              </a:spcAft>
              <a:defRPr/>
            </a:pPr>
            <a:r>
              <a:rPr lang="en-US" dirty="0" smtClean="0"/>
              <a:t>VXLAN MP-BGP EVPN SUMMARY</a:t>
            </a:r>
            <a:endParaRPr lang="en-US" dirty="0"/>
          </a:p>
        </p:txBody>
      </p:sp>
      <p:pic>
        <p:nvPicPr>
          <p:cNvPr id="21507" name="Picture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9425" y="1181100"/>
            <a:ext cx="8105775"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575" y="176213"/>
            <a:ext cx="8499475" cy="558800"/>
          </a:xfrm>
        </p:spPr>
        <p:txBody>
          <a:bodyPr rtlCol="0">
            <a:normAutofit fontScale="90000"/>
          </a:bodyPr>
          <a:lstStyle/>
          <a:p>
            <a:pPr algn="ctr" defTabSz="912491" eaLnBrk="1" fontAlgn="auto" hangingPunct="1">
              <a:spcAft>
                <a:spcPts val="0"/>
              </a:spcAft>
              <a:defRPr/>
            </a:pPr>
            <a:r>
              <a:rPr lang="en-US" dirty="0" smtClean="0"/>
              <a:t>VXLAN MP-BGP EVPN SUMMARY</a:t>
            </a:r>
            <a:endParaRPr lang="en-US" dirty="0"/>
          </a:p>
        </p:txBody>
      </p:sp>
      <p:pic>
        <p:nvPicPr>
          <p:cNvPr id="23555"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6100" y="1257300"/>
            <a:ext cx="807085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smtClean="0">
                <a:latin typeface="Times" panose="02020603050405020304" pitchFamily="18" charset="0"/>
                <a:cs typeface="Times" panose="02020603050405020304" pitchFamily="18" charset="0"/>
              </a:rPr>
              <a:t>VXLAN MP-BGP EVPN ADVANTAGES</a:t>
            </a:r>
          </a:p>
        </p:txBody>
      </p:sp>
      <p:sp>
        <p:nvSpPr>
          <p:cNvPr id="25603" name="Content Placeholder 3"/>
          <p:cNvSpPr>
            <a:spLocks noGrp="1"/>
          </p:cNvSpPr>
          <p:nvPr>
            <p:ph idx="1"/>
          </p:nvPr>
        </p:nvSpPr>
        <p:spPr>
          <a:xfrm>
            <a:off x="228600" y="1225550"/>
            <a:ext cx="8686800" cy="3879850"/>
          </a:xfrm>
        </p:spPr>
        <p:txBody>
          <a:bodyPr/>
          <a:lstStyle/>
          <a:p>
            <a:pPr eaLnBrk="1" hangingPunct="1"/>
            <a:r>
              <a:rPr lang="en-US" altLang="en-US" sz="1800" b="1" smtClean="0">
                <a:latin typeface="Helvetica" panose="020B0604020202020204" pitchFamily="34" charset="0"/>
                <a:cs typeface="Helvetica" panose="020B0604020202020204" pitchFamily="34" charset="0"/>
              </a:rPr>
              <a:t>Standards-based Over lay (VXLAN) with standards-based control plane (BGP)</a:t>
            </a:r>
          </a:p>
          <a:p>
            <a:pPr eaLnBrk="1" hangingPunct="1"/>
            <a:r>
              <a:rPr lang="en-US" altLang="en-US" sz="1800" b="1" smtClean="0">
                <a:latin typeface="Helvetica" panose="020B0604020202020204" pitchFamily="34" charset="0"/>
                <a:cs typeface="Helvetica" panose="020B0604020202020204" pitchFamily="34" charset="0"/>
              </a:rPr>
              <a:t>Layer 2 MAC and Layer 3 IP information distribution by control plane (BGP)</a:t>
            </a:r>
          </a:p>
          <a:p>
            <a:pPr eaLnBrk="1" hangingPunct="1"/>
            <a:r>
              <a:rPr lang="en-US" altLang="en-US" sz="1800" b="1" smtClean="0">
                <a:latin typeface="Helvetica" panose="020B0604020202020204" pitchFamily="34" charset="0"/>
                <a:cs typeface="Helvetica" panose="020B0604020202020204" pitchFamily="34" charset="0"/>
              </a:rPr>
              <a:t>Forwarding decision based on scalable control plane (minimizes flooding)</a:t>
            </a:r>
          </a:p>
          <a:p>
            <a:pPr eaLnBrk="1" hangingPunct="1"/>
            <a:r>
              <a:rPr lang="en-US" altLang="en-US" sz="1800" b="1" smtClean="0">
                <a:latin typeface="Helvetica" panose="020B0604020202020204" pitchFamily="34" charset="0"/>
                <a:cs typeface="Helvetica" panose="020B0604020202020204" pitchFamily="34" charset="0"/>
              </a:rPr>
              <a:t>Integrated Routing/Bridging (IRB) for Optimized Forwarding in the Overlay</a:t>
            </a:r>
          </a:p>
          <a:p>
            <a:pPr eaLnBrk="1" hangingPunct="1"/>
            <a:r>
              <a:rPr lang="en-US" altLang="en-US" sz="1800" b="1" smtClean="0">
                <a:latin typeface="Helvetica" panose="020B0604020202020204" pitchFamily="34" charset="0"/>
                <a:cs typeface="Helvetica" panose="020B0604020202020204" pitchFamily="34" charset="0"/>
              </a:rPr>
              <a:t>Leverages Layer 3 ECMP – all links forwarding – in the underlay</a:t>
            </a:r>
          </a:p>
          <a:p>
            <a:pPr eaLnBrk="1" hangingPunct="1"/>
            <a:r>
              <a:rPr lang="en-US" altLang="en-US" sz="1800" b="1" smtClean="0">
                <a:latin typeface="Helvetica" panose="020B0604020202020204" pitchFamily="34" charset="0"/>
                <a:cs typeface="Helvetica" panose="020B0604020202020204" pitchFamily="34" charset="0"/>
              </a:rPr>
              <a:t>Significantly larger name space in the over lay (16M segments)</a:t>
            </a:r>
          </a:p>
          <a:p>
            <a:pPr eaLnBrk="1" hangingPunct="1"/>
            <a:r>
              <a:rPr lang="en-US" altLang="en-US" sz="1800" b="1" smtClean="0">
                <a:latin typeface="Helvetica" panose="020B0604020202020204" pitchFamily="34" charset="0"/>
                <a:cs typeface="Helvetica" panose="020B0604020202020204" pitchFamily="34" charset="0"/>
              </a:rPr>
              <a:t>Integration of physical and virtual net works with hybrid overlays</a:t>
            </a:r>
          </a:p>
          <a:p>
            <a:pPr eaLnBrk="1" hangingPunct="1"/>
            <a:r>
              <a:rPr lang="en-US" altLang="en-US" sz="1800" b="1" smtClean="0">
                <a:latin typeface="Helvetica" panose="020B0604020202020204" pitchFamily="34" charset="0"/>
                <a:cs typeface="Helvetica" panose="020B0604020202020204" pitchFamily="34" charset="0"/>
              </a:rPr>
              <a:t>Facilitation of Software-Defined-Networking (SDN)</a:t>
            </a: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smtClean="0">
                <a:latin typeface="Times" panose="02020603050405020304" pitchFamily="18" charset="0"/>
                <a:cs typeface="Times" panose="02020603050405020304" pitchFamily="18" charset="0"/>
              </a:rPr>
              <a:t>DISTRIBUTED ANYCAST GATEWAY</a:t>
            </a:r>
          </a:p>
        </p:txBody>
      </p:sp>
      <p:sp>
        <p:nvSpPr>
          <p:cNvPr id="26627" name="Content Placeholder 3"/>
          <p:cNvSpPr>
            <a:spLocks noGrp="1"/>
          </p:cNvSpPr>
          <p:nvPr>
            <p:ph idx="1"/>
          </p:nvPr>
        </p:nvSpPr>
        <p:spPr>
          <a:xfrm>
            <a:off x="228600" y="1225550"/>
            <a:ext cx="8686800" cy="3879850"/>
          </a:xfrm>
        </p:spPr>
        <p:txBody>
          <a:bodyPr/>
          <a:lstStyle/>
          <a:p>
            <a:pPr eaLnBrk="1" hangingPunct="1"/>
            <a:r>
              <a:rPr lang="en-US" altLang="en-US" smtClean="0">
                <a:latin typeface="Helvetica" panose="020B0604020202020204" pitchFamily="34" charset="0"/>
                <a:cs typeface="Helvetica" panose="020B0604020202020204" pitchFamily="34" charset="0"/>
              </a:rPr>
              <a:t>In order for two endpoints in different IP subnets to communicate with each other, a default gateway is required. </a:t>
            </a:r>
          </a:p>
          <a:p>
            <a:pPr eaLnBrk="1" hangingPunct="1"/>
            <a:r>
              <a:rPr lang="en-US" altLang="en-US" smtClean="0">
                <a:latin typeface="Helvetica" panose="020B0604020202020204" pitchFamily="34" charset="0"/>
                <a:cs typeface="Helvetica" panose="020B0604020202020204" pitchFamily="34" charset="0"/>
              </a:rPr>
              <a:t>Distributed IP anycast gateway applies the anycast network concept “one to the nearest association.” </a:t>
            </a:r>
          </a:p>
          <a:p>
            <a:pPr eaLnBrk="1" hangingPunct="1"/>
            <a:r>
              <a:rPr lang="en-US" altLang="en-US" smtClean="0">
                <a:latin typeface="Helvetica" panose="020B0604020202020204" pitchFamily="34" charset="0"/>
                <a:cs typeface="Helvetica" panose="020B0604020202020204" pitchFamily="34" charset="0"/>
              </a:rPr>
              <a:t>Anycast is a network addressing and routing methodology in which the data traffic from an endpoint is routed topologically to the closest node in a group of gateways that are all identified by the same destination IP address.</a:t>
            </a:r>
            <a:endParaRPr lang="en-US" altLang="en-US" sz="1800" b="1" smtClean="0">
              <a:latin typeface="Helvetica" panose="020B0604020202020204" pitchFamily="34" charset="0"/>
              <a:cs typeface="Helvetica" panose="020B0604020202020204" pitchFamily="34" charset="0"/>
            </a:endParaRPr>
          </a:p>
        </p:txBody>
      </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altLang="en-US" smtClean="0">
                <a:latin typeface="Times" panose="02020603050405020304" pitchFamily="18" charset="0"/>
                <a:cs typeface="Times" panose="02020603050405020304" pitchFamily="18" charset="0"/>
              </a:rPr>
              <a:t>DISTRIBUTED ANYCAST GATEWAY</a:t>
            </a:r>
          </a:p>
        </p:txBody>
      </p:sp>
      <p:sp>
        <p:nvSpPr>
          <p:cNvPr id="27651" name="Content Placeholder 3"/>
          <p:cNvSpPr>
            <a:spLocks noGrp="1"/>
          </p:cNvSpPr>
          <p:nvPr>
            <p:ph idx="1"/>
          </p:nvPr>
        </p:nvSpPr>
        <p:spPr>
          <a:xfrm>
            <a:off x="228600" y="1225550"/>
            <a:ext cx="8686800" cy="3879850"/>
          </a:xfrm>
        </p:spPr>
        <p:txBody>
          <a:bodyPr/>
          <a:lstStyle/>
          <a:p>
            <a:pPr eaLnBrk="1" hangingPunct="1"/>
            <a:r>
              <a:rPr lang="en-US" altLang="en-US" smtClean="0">
                <a:latin typeface="Helvetica" panose="020B0604020202020204" pitchFamily="34" charset="0"/>
                <a:cs typeface="Helvetica" panose="020B0604020202020204" pitchFamily="34" charset="0"/>
              </a:rPr>
              <a:t>The Distributed Anycast gateway feature in EVPN, enables an end host in a VNI to always use its local VTEP as the default gateway, to send traffic outside its subnet. In host mobility scenarios, because the gateway IP and MAC address are identical on all VTEPs for a VNI, if the host moves behind a different VTEP, its gateway address still remains the same. Thus, with Anycast Gateways, all VTEPs:</a:t>
            </a:r>
          </a:p>
          <a:p>
            <a:pPr lvl="1" eaLnBrk="1" hangingPunct="1"/>
            <a:r>
              <a:rPr lang="en-US" altLang="en-US" smtClean="0">
                <a:latin typeface="Helvetica" panose="020B0604020202020204" pitchFamily="34" charset="0"/>
                <a:cs typeface="Helvetica" panose="020B0604020202020204" pitchFamily="34" charset="0"/>
              </a:rPr>
              <a:t>For a particular VNI, have identical Gateway Virtual IP Addresses</a:t>
            </a:r>
          </a:p>
          <a:p>
            <a:pPr lvl="1" eaLnBrk="1" hangingPunct="1"/>
            <a:r>
              <a:rPr lang="en-US" altLang="en-US" smtClean="0">
                <a:latin typeface="Helvetica" panose="020B0604020202020204" pitchFamily="34" charset="0"/>
                <a:cs typeface="Helvetica" panose="020B0604020202020204" pitchFamily="34" charset="0"/>
              </a:rPr>
              <a:t>Across All VNIs, have identical Gateway Virtual MAC addresses.</a:t>
            </a:r>
          </a:p>
          <a:p>
            <a:pPr eaLnBrk="1" hangingPunct="1"/>
            <a:endParaRPr lang="en-US" altLang="en-US" smtClean="0">
              <a:latin typeface="Helvetica" panose="020B0604020202020204" pitchFamily="34" charset="0"/>
              <a:cs typeface="Helvetica" panose="020B0604020202020204" pitchFamily="34" charset="0"/>
            </a:endParaRP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altLang="en-US" smtClean="0">
                <a:latin typeface="Times" panose="02020603050405020304" pitchFamily="18" charset="0"/>
                <a:cs typeface="Times" panose="02020603050405020304" pitchFamily="18" charset="0"/>
              </a:rPr>
              <a:t>YOUTUBE</a:t>
            </a:r>
          </a:p>
        </p:txBody>
      </p:sp>
      <p:sp>
        <p:nvSpPr>
          <p:cNvPr id="28675" name="Content Placeholder 3"/>
          <p:cNvSpPr>
            <a:spLocks noGrp="1"/>
          </p:cNvSpPr>
          <p:nvPr>
            <p:ph idx="1"/>
          </p:nvPr>
        </p:nvSpPr>
        <p:spPr>
          <a:xfrm>
            <a:off x="228600" y="1225550"/>
            <a:ext cx="8686800" cy="3879850"/>
          </a:xfrm>
        </p:spPr>
        <p:txBody>
          <a:bodyPr/>
          <a:lstStyle/>
          <a:p>
            <a:pPr eaLnBrk="1" hangingPunct="1"/>
            <a:r>
              <a:rPr lang="en-US" altLang="en-US" smtClean="0">
                <a:latin typeface="Helvetica" panose="020B0604020202020204" pitchFamily="34" charset="0"/>
                <a:cs typeface="Helvetica" panose="020B0604020202020204" pitchFamily="34" charset="0"/>
              </a:rPr>
              <a:t>Distributed anycast</a:t>
            </a:r>
          </a:p>
          <a:p>
            <a:pPr eaLnBrk="1" hangingPunct="1"/>
            <a:r>
              <a:rPr lang="en-US" altLang="en-US" smtClean="0">
                <a:latin typeface="Helvetica" panose="020B0604020202020204" pitchFamily="34" charset="0"/>
                <a:cs typeface="Helvetica" panose="020B0604020202020204" pitchFamily="34" charset="0"/>
                <a:hlinkClick r:id="rId2"/>
              </a:rPr>
              <a:t>https://www.youtube.com/watch?v=xr1u3LUwcek</a:t>
            </a:r>
            <a:endParaRPr lang="en-US" altLang="en-US" smtClean="0">
              <a:latin typeface="Helvetica" panose="020B0604020202020204" pitchFamily="34" charset="0"/>
              <a:cs typeface="Helvetica" panose="020B0604020202020204" pitchFamily="34" charset="0"/>
              <a:hlinkClick r:id="rId3"/>
            </a:endParaRPr>
          </a:p>
          <a:p>
            <a:pPr eaLnBrk="1" hangingPunct="1"/>
            <a:r>
              <a:rPr lang="en-US" altLang="en-US" smtClean="0">
                <a:latin typeface="Helvetica" panose="020B0604020202020204" pitchFamily="34" charset="0"/>
                <a:cs typeface="Helvetica" panose="020B0604020202020204" pitchFamily="34" charset="0"/>
              </a:rPr>
              <a:t>NANOG</a:t>
            </a:r>
            <a:endParaRPr lang="en-US" altLang="en-US" smtClean="0">
              <a:latin typeface="Helvetica" panose="020B0604020202020204" pitchFamily="34" charset="0"/>
              <a:cs typeface="Helvetica" panose="020B0604020202020204" pitchFamily="34" charset="0"/>
              <a:hlinkClick r:id="rId3"/>
            </a:endParaRPr>
          </a:p>
          <a:p>
            <a:pPr eaLnBrk="1" hangingPunct="1"/>
            <a:r>
              <a:rPr lang="en-US" altLang="en-US" smtClean="0">
                <a:latin typeface="Helvetica" panose="020B0604020202020204" pitchFamily="34" charset="0"/>
                <a:cs typeface="Helvetica" panose="020B0604020202020204" pitchFamily="34" charset="0"/>
                <a:hlinkClick r:id="rId3"/>
              </a:rPr>
              <a:t>https://www.youtube.com/watch?v=p8RJU3LMQG8</a:t>
            </a:r>
            <a:endParaRPr lang="en-US" altLang="en-US" smtClean="0">
              <a:latin typeface="Helvetica" panose="020B0604020202020204" pitchFamily="34" charset="0"/>
              <a:cs typeface="Helvetica" panose="020B0604020202020204" pitchFamily="34" charset="0"/>
            </a:endParaRPr>
          </a:p>
          <a:p>
            <a:pPr eaLnBrk="1" hangingPunct="1"/>
            <a:r>
              <a:rPr lang="en-US" altLang="en-US" smtClean="0">
                <a:latin typeface="Helvetica" panose="020B0604020202020204" pitchFamily="34" charset="0"/>
                <a:cs typeface="Helvetica" panose="020B0604020202020204" pitchFamily="34" charset="0"/>
              </a:rPr>
              <a:t>Huawei</a:t>
            </a:r>
          </a:p>
          <a:p>
            <a:pPr eaLnBrk="1" hangingPunct="1"/>
            <a:r>
              <a:rPr lang="en-US" altLang="en-US" smtClean="0">
                <a:latin typeface="Helvetica" panose="020B0604020202020204" pitchFamily="34" charset="0"/>
                <a:cs typeface="Helvetica" panose="020B0604020202020204" pitchFamily="34" charset="0"/>
                <a:hlinkClick r:id="rId4"/>
              </a:rPr>
              <a:t>https://www.youtube.com/watch?v=mhzHj3yd6ek</a:t>
            </a:r>
            <a:endParaRPr lang="en-US" altLang="en-US" smtClean="0">
              <a:latin typeface="Helvetica" panose="020B0604020202020204" pitchFamily="34" charset="0"/>
              <a:cs typeface="Helvetica" panose="020B0604020202020204" pitchFamily="34" charset="0"/>
            </a:endParaRPr>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63650"/>
            <a:ext cx="8191500" cy="387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itle 58"/>
          <p:cNvSpPr txBox="1">
            <a:spLocks/>
          </p:cNvSpPr>
          <p:nvPr/>
        </p:nvSpPr>
        <p:spPr bwMode="auto">
          <a:xfrm>
            <a:off x="419100" y="29845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Aft>
                <a:spcPts val="1200"/>
              </a:spcAft>
              <a:buClr>
                <a:schemeClr val="accent1"/>
              </a:buClr>
              <a:buFont typeface="Arial" panose="020B0604020202020204" pitchFamily="34" charset="0"/>
              <a:buChar char="•"/>
              <a:defRPr sz="2400">
                <a:solidFill>
                  <a:schemeClr val="tx1"/>
                </a:solidFill>
                <a:latin typeface="Helvetica" panose="020B0604020202020204" pitchFamily="34" charset="0"/>
                <a:cs typeface="Helvetica" panose="020B0604020202020204" pitchFamily="34" charset="0"/>
              </a:defRPr>
            </a:lvl1pPr>
            <a:lvl2pPr marL="742950" indent="-285750" defTabSz="911225">
              <a:spcAft>
                <a:spcPts val="1200"/>
              </a:spcAft>
              <a:buClr>
                <a:schemeClr val="accent1"/>
              </a:buClr>
              <a:buFont typeface="Arial" panose="020B0604020202020204" pitchFamily="34" charset="0"/>
              <a:buChar char="–"/>
              <a:defRPr sz="2000">
                <a:solidFill>
                  <a:schemeClr val="tx1"/>
                </a:solidFill>
                <a:latin typeface="Helvetica" panose="020B0604020202020204" pitchFamily="34" charset="0"/>
                <a:cs typeface="Helvetica" panose="020B0604020202020204" pitchFamily="34" charset="0"/>
              </a:defRPr>
            </a:lvl2pPr>
            <a:lvl3pPr marL="1143000" indent="-228600" defTabSz="911225">
              <a:spcAft>
                <a:spcPts val="1200"/>
              </a:spcAft>
              <a:buClr>
                <a:schemeClr val="accent1"/>
              </a:buClr>
              <a:buFont typeface="Arial" panose="020B0604020202020204" pitchFamily="34" charset="0"/>
              <a:buChar char="•"/>
              <a:defRPr>
                <a:solidFill>
                  <a:schemeClr val="tx1"/>
                </a:solidFill>
                <a:latin typeface="Helvetica" panose="020B0604020202020204" pitchFamily="34" charset="0"/>
                <a:cs typeface="Helvetica" panose="020B0604020202020204" pitchFamily="34" charset="0"/>
              </a:defRPr>
            </a:lvl3pPr>
            <a:lvl4pPr marL="1600200" indent="-228600" defTabSz="911225">
              <a:spcAft>
                <a:spcPts val="1200"/>
              </a:spcAft>
              <a:buClr>
                <a:schemeClr val="accent1"/>
              </a:buClr>
              <a:buFont typeface="Arial" panose="020B0604020202020204" pitchFamily="34" charset="0"/>
              <a:buChar char="–"/>
              <a:defRPr sz="1600">
                <a:solidFill>
                  <a:schemeClr val="tx1"/>
                </a:solidFill>
                <a:latin typeface="Helvetica" panose="020B0604020202020204" pitchFamily="34" charset="0"/>
                <a:cs typeface="Helvetica" panose="020B0604020202020204" pitchFamily="34" charset="0"/>
              </a:defRPr>
            </a:lvl4pPr>
            <a:lvl5pPr marL="2057400" indent="-228600" defTabSz="911225">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5pPr>
            <a:lvl6pPr marL="25146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6pPr>
            <a:lvl7pPr marL="29718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7pPr>
            <a:lvl8pPr marL="34290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8pPr>
            <a:lvl9pPr marL="3886200" indent="-228600" defTabSz="911225" eaLnBrk="0" fontAlgn="base" hangingPunct="0">
              <a:spcBef>
                <a:spcPct val="0"/>
              </a:spcBef>
              <a:spcAft>
                <a:spcPts val="1200"/>
              </a:spcAft>
              <a:buClr>
                <a:schemeClr val="accent1"/>
              </a:buClr>
              <a:buFont typeface="Arial" panose="020B0604020202020204" pitchFamily="34" charset="0"/>
              <a:buChar char="»"/>
              <a:defRPr sz="1400">
                <a:solidFill>
                  <a:schemeClr val="tx1"/>
                </a:solidFill>
                <a:latin typeface="Helvetica" panose="020B0604020202020204" pitchFamily="34" charset="0"/>
                <a:cs typeface="Helvetica" panose="020B0604020202020204" pitchFamily="34" charset="0"/>
              </a:defRPr>
            </a:lvl9pPr>
          </a:lstStyle>
          <a:p>
            <a:pPr eaLnBrk="1" hangingPunct="1">
              <a:spcAft>
                <a:spcPct val="0"/>
              </a:spcAft>
              <a:buClrTx/>
              <a:buFontTx/>
              <a:buNone/>
            </a:pPr>
            <a:r>
              <a:rPr lang="en-US" altLang="en-US" sz="3200" b="1">
                <a:solidFill>
                  <a:schemeClr val="tx2"/>
                </a:solidFill>
                <a:latin typeface="Times" panose="02020603050405020304" pitchFamily="18" charset="0"/>
                <a:cs typeface="Times" panose="02020603050405020304" pitchFamily="18" charset="0"/>
              </a:rPr>
              <a:t>EVPN Control and Data Planes</a:t>
            </a:r>
          </a:p>
        </p:txBody>
      </p:sp>
      <p:sp>
        <p:nvSpPr>
          <p:cNvPr id="4" name="Slide Number Placeholder 3"/>
          <p:cNvSpPr>
            <a:spLocks noGrp="1"/>
          </p:cNvSpPr>
          <p:nvPr>
            <p:ph type="sldNum" sz="quarter" idx="12"/>
          </p:nvPr>
        </p:nvSpPr>
        <p:spPr/>
        <p:txBody>
          <a:bodyPr/>
          <a:lstStyle/>
          <a:p>
            <a:pPr>
              <a:defRPr/>
            </a:pPr>
            <a:fld id="{B228F217-E009-4826-9AC5-DF038482039A}" type="slidenum">
              <a:rPr lang="en-US"/>
              <a:pPr>
                <a:defRPr/>
              </a:pPr>
              <a:t>17</a:t>
            </a:fld>
            <a:endParaRPr lang="en-US" dirty="0"/>
          </a:p>
        </p:txBody>
      </p:sp>
      <p:sp>
        <p:nvSpPr>
          <p:cNvPr id="3" name="Date Placeholder 2"/>
          <p:cNvSpPr>
            <a:spLocks noGrp="1"/>
          </p:cNvSpPr>
          <p:nvPr>
            <p:ph type="dt" sz="quarter" idx="10"/>
          </p:nvPr>
        </p:nvSpPr>
        <p:spPr/>
        <p:txBody>
          <a:bodyPr/>
          <a:lstStyle/>
          <a:p>
            <a:pPr>
              <a:defRPr/>
            </a:pPr>
            <a:r>
              <a:rPr lang="en-US"/>
              <a:t>April 10, 2022</a:t>
            </a:r>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Huawei  description of VXLAN BGP EVPN</a:t>
            </a:r>
            <a:endParaRPr lang="en-US" altLang="en-US" smtClean="0">
              <a:latin typeface="Times" panose="02020603050405020304" pitchFamily="18" charset="0"/>
              <a:cs typeface="Times" panose="02020603050405020304" pitchFamily="18" charset="0"/>
            </a:endParaRPr>
          </a:p>
        </p:txBody>
      </p:sp>
      <p:sp>
        <p:nvSpPr>
          <p:cNvPr id="30723" name="Content Placeholder 3"/>
          <p:cNvSpPr>
            <a:spLocks noGrp="1"/>
          </p:cNvSpPr>
          <p:nvPr>
            <p:ph idx="1"/>
          </p:nvPr>
        </p:nvSpPr>
        <p:spPr>
          <a:xfrm>
            <a:off x="76200" y="1409700"/>
            <a:ext cx="8686800" cy="3879850"/>
          </a:xfrm>
        </p:spPr>
        <p:txBody>
          <a:bodyPr/>
          <a:lstStyle/>
          <a:p>
            <a:pPr eaLnBrk="1" hangingPunct="1"/>
            <a:r>
              <a:rPr lang="en-US" altLang="en-US" smtClean="0">
                <a:latin typeface="Helvetica" panose="020B0604020202020204" pitchFamily="34" charset="0"/>
                <a:cs typeface="Helvetica" panose="020B0604020202020204" pitchFamily="34" charset="0"/>
              </a:rPr>
              <a:t>https://support.huawei.com/enterprise/en/doc/EDOC1100168670#EN-US_TOPIC_0291591611</a:t>
            </a:r>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Topics to follow:</a:t>
            </a:r>
            <a:endParaRPr lang="en-US" altLang="en-US" smtClean="0">
              <a:latin typeface="Times" panose="02020603050405020304" pitchFamily="18" charset="0"/>
              <a:cs typeface="Times" panose="02020603050405020304" pitchFamily="18" charset="0"/>
            </a:endParaRPr>
          </a:p>
        </p:txBody>
      </p:sp>
      <p:sp>
        <p:nvSpPr>
          <p:cNvPr id="35843" name="Content Placeholder 3"/>
          <p:cNvSpPr>
            <a:spLocks noGrp="1"/>
          </p:cNvSpPr>
          <p:nvPr>
            <p:ph idx="1"/>
          </p:nvPr>
        </p:nvSpPr>
        <p:spPr>
          <a:xfrm>
            <a:off x="439738" y="1397000"/>
            <a:ext cx="8686800" cy="3594100"/>
          </a:xfrm>
        </p:spPr>
        <p:txBody>
          <a:bodyPr/>
          <a:lstStyle/>
          <a:p>
            <a:pPr eaLnBrk="1" hangingPunct="1">
              <a:defRPr/>
            </a:pPr>
            <a:r>
              <a:rPr lang="en-US" altLang="en-US" sz="1600" dirty="0" smtClean="0">
                <a:latin typeface="Helvetica" panose="020B0604020202020204" pitchFamily="34" charset="0"/>
                <a:cs typeface="Helvetica" panose="020B0604020202020204" pitchFamily="34" charset="0"/>
              </a:rPr>
              <a:t>Why EVPN?</a:t>
            </a:r>
          </a:p>
          <a:p>
            <a:pPr eaLnBrk="1" hangingPunct="1">
              <a:defRPr/>
            </a:pPr>
            <a:r>
              <a:rPr lang="en-US" altLang="en-US" sz="1600" dirty="0" smtClean="0">
                <a:latin typeface="Helvetica" panose="020B0604020202020204" pitchFamily="34" charset="0"/>
                <a:cs typeface="Helvetica" panose="020B0604020202020204" pitchFamily="34" charset="0"/>
              </a:rPr>
              <a:t>BGP + EVPN</a:t>
            </a:r>
          </a:p>
          <a:p>
            <a:pPr eaLnBrk="1" hangingPunct="1">
              <a:defRPr/>
            </a:pPr>
            <a:r>
              <a:rPr lang="en-US" altLang="en-US" sz="1600" dirty="0" smtClean="0">
                <a:latin typeface="Helvetica" panose="020B0604020202020204" pitchFamily="34" charset="0"/>
                <a:cs typeface="Helvetica" panose="020B0604020202020204" pitchFamily="34" charset="0"/>
              </a:rPr>
              <a:t>EVPN Route Types</a:t>
            </a:r>
          </a:p>
          <a:p>
            <a:pPr eaLnBrk="1" hangingPunct="1">
              <a:defRPr/>
            </a:pPr>
            <a:r>
              <a:rPr lang="en-US" altLang="en-US" sz="1600" dirty="0">
                <a:latin typeface="Helvetica" panose="020B0604020202020204" pitchFamily="34" charset="0"/>
                <a:cs typeface="Helvetica" panose="020B0604020202020204" pitchFamily="34" charset="0"/>
              </a:rPr>
              <a:t>MAC address learning with </a:t>
            </a:r>
            <a:r>
              <a:rPr lang="en-US" altLang="en-US" sz="1600" dirty="0" smtClean="0">
                <a:latin typeface="Helvetica" panose="020B0604020202020204" pitchFamily="34" charset="0"/>
                <a:cs typeface="Helvetica" panose="020B0604020202020204" pitchFamily="34" charset="0"/>
              </a:rPr>
              <a:t>EVPN</a:t>
            </a:r>
            <a:endParaRPr lang="en-US" altLang="en-US" sz="1600" dirty="0">
              <a:latin typeface="Helvetica" panose="020B0604020202020204" pitchFamily="34" charset="0"/>
              <a:cs typeface="Helvetica" panose="020B0604020202020204" pitchFamily="34" charset="0"/>
            </a:endParaRPr>
          </a:p>
          <a:p>
            <a:pPr eaLnBrk="1" hangingPunct="1">
              <a:defRPr/>
            </a:pPr>
            <a:r>
              <a:rPr lang="en-US" altLang="en-US" sz="1600" dirty="0" smtClean="0">
                <a:latin typeface="Helvetica" panose="020B0604020202020204" pitchFamily="34" charset="0"/>
                <a:cs typeface="Helvetica" panose="020B0604020202020204" pitchFamily="34" charset="0"/>
              </a:rPr>
              <a:t>Intra-subnet VXLAN tunnel establishment</a:t>
            </a:r>
          </a:p>
          <a:p>
            <a:pPr eaLnBrk="1" hangingPunct="1">
              <a:defRPr/>
            </a:pPr>
            <a:r>
              <a:rPr lang="en-US" altLang="en-US" sz="1600" dirty="0" smtClean="0">
                <a:latin typeface="Helvetica" panose="020B0604020202020204" pitchFamily="34" charset="0"/>
                <a:cs typeface="Helvetica" panose="020B0604020202020204" pitchFamily="34" charset="0"/>
              </a:rPr>
              <a:t>Inter-subnet VXLAN Tunnel Establishment and Route Advertisement</a:t>
            </a:r>
          </a:p>
          <a:p>
            <a:pPr eaLnBrk="1" hangingPunct="1">
              <a:defRPr/>
            </a:pPr>
            <a:r>
              <a:rPr lang="en-US" altLang="en-US" sz="1600" dirty="0" smtClean="0">
                <a:latin typeface="Helvetica" panose="020B0604020202020204" pitchFamily="34" charset="0"/>
                <a:cs typeface="Helvetica" panose="020B0604020202020204" pitchFamily="34" charset="0"/>
              </a:rPr>
              <a:t>Intra-subnet packet forwarding</a:t>
            </a:r>
          </a:p>
          <a:p>
            <a:pPr eaLnBrk="1" hangingPunct="1">
              <a:defRPr/>
            </a:pPr>
            <a:r>
              <a:rPr lang="en-US" altLang="en-US" sz="1600" dirty="0" smtClean="0">
                <a:latin typeface="Helvetica" panose="020B0604020202020204" pitchFamily="34" charset="0"/>
                <a:cs typeface="Helvetica" panose="020B0604020202020204" pitchFamily="34" charset="0"/>
              </a:rPr>
              <a:t>Inter-subnet packet forwarding</a:t>
            </a:r>
          </a:p>
          <a:p>
            <a:pPr marL="0" indent="0" eaLnBrk="1" hangingPunct="1">
              <a:buFont typeface="Arial" panose="020B0604020202020204" pitchFamily="34" charset="0"/>
              <a:buNone/>
              <a:defRPr/>
            </a:pPr>
            <a:endParaRPr lang="en-US" altLang="en-US" sz="1600" dirty="0" smtClean="0">
              <a:latin typeface="Helvetica" panose="020B0604020202020204" pitchFamily="34" charset="0"/>
              <a:cs typeface="Helvetica" panose="020B0604020202020204" pitchFamily="34" charset="0"/>
            </a:endParaRPr>
          </a:p>
          <a:p>
            <a:pPr eaLnBrk="1" hangingPunct="1">
              <a:defRPr/>
            </a:pPr>
            <a:endParaRPr lang="en-US" altLang="en-US" sz="1600" dirty="0" smtClean="0">
              <a:latin typeface="Helvetica" panose="020B0604020202020204" pitchFamily="34" charset="0"/>
              <a:cs typeface="Helvetica" panose="020B0604020202020204" pitchFamily="34" charset="0"/>
            </a:endParaRPr>
          </a:p>
          <a:p>
            <a:pPr eaLnBrk="1" hangingPunct="1">
              <a:defRPr/>
            </a:pPr>
            <a:endParaRPr lang="en-US" altLang="en-US" sz="1600" dirty="0" smtClean="0">
              <a:latin typeface="Helvetica" panose="020B0604020202020204" pitchFamily="34" charset="0"/>
              <a:cs typeface="Helvetica" panose="020B0604020202020204" pitchFamily="34" charset="0"/>
            </a:endParaRPr>
          </a:p>
          <a:p>
            <a:pPr eaLnBrk="1" hangingPunct="1">
              <a:defRPr/>
            </a:pPr>
            <a:endParaRPr lang="en-US" altLang="en-US" sz="1600" dirty="0" smtClean="0">
              <a:latin typeface="Helvetica" panose="020B0604020202020204" pitchFamily="34" charset="0"/>
              <a:cs typeface="Helvetica" panose="020B0604020202020204" pitchFamily="34" charset="0"/>
            </a:endParaRPr>
          </a:p>
          <a:p>
            <a:pPr eaLnBrk="1" hangingPunct="1">
              <a:defRPr/>
            </a:pPr>
            <a:endParaRPr lang="en-US" altLang="en-US" sz="1600" dirty="0" smtClean="0">
              <a:latin typeface="Helvetica" panose="020B0604020202020204" pitchFamily="34" charset="0"/>
              <a:cs typeface="Helvetica" panose="020B0604020202020204" pitchFamily="34" charset="0"/>
            </a:endParaRPr>
          </a:p>
        </p:txBody>
      </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Why was EVPN developed? </a:t>
            </a:r>
            <a:endParaRPr lang="en-US" altLang="en-US" smtClean="0">
              <a:latin typeface="Times" panose="02020603050405020304" pitchFamily="18" charset="0"/>
              <a:cs typeface="Times" panose="02020603050405020304" pitchFamily="18" charset="0"/>
            </a:endParaRPr>
          </a:p>
        </p:txBody>
      </p:sp>
      <p:sp>
        <p:nvSpPr>
          <p:cNvPr id="32771" name="Content Placeholder 3"/>
          <p:cNvSpPr>
            <a:spLocks noGrp="1"/>
          </p:cNvSpPr>
          <p:nvPr>
            <p:ph idx="1"/>
          </p:nvPr>
        </p:nvSpPr>
        <p:spPr>
          <a:xfrm>
            <a:off x="152400" y="1104900"/>
            <a:ext cx="8686800" cy="3879850"/>
          </a:xfrm>
        </p:spPr>
        <p:txBody>
          <a:bodyPr/>
          <a:lstStyle/>
          <a:p>
            <a:pPr eaLnBrk="1" hangingPunct="1"/>
            <a:r>
              <a:rPr lang="en-US" altLang="en-US" smtClean="0">
                <a:latin typeface="Helvetica" panose="020B0604020202020204" pitchFamily="34" charset="0"/>
                <a:cs typeface="Helvetica" panose="020B0604020202020204" pitchFamily="34" charset="0"/>
              </a:rPr>
              <a:t>In the initial VXLAN solution (RFC 7348), no control plane is defined. </a:t>
            </a:r>
          </a:p>
          <a:p>
            <a:pPr eaLnBrk="1" hangingPunct="1"/>
            <a:r>
              <a:rPr lang="en-US" altLang="en-US" smtClean="0">
                <a:latin typeface="Helvetica" panose="020B0604020202020204" pitchFamily="34" charset="0"/>
                <a:cs typeface="Helvetica" panose="020B0604020202020204" pitchFamily="34" charset="0"/>
              </a:rPr>
              <a:t>VXLAN tunnels are manually configured, and host addresses are learned through traffic flooding. </a:t>
            </a:r>
          </a:p>
          <a:p>
            <a:pPr eaLnBrk="1" hangingPunct="1"/>
            <a:r>
              <a:rPr lang="en-US" altLang="en-US" smtClean="0">
                <a:latin typeface="Helvetica" panose="020B0604020202020204" pitchFamily="34" charset="0"/>
                <a:cs typeface="Helvetica" panose="020B0604020202020204" pitchFamily="34" charset="0"/>
              </a:rPr>
              <a:t>This method is easy to implement, but it causes a lot of flooding traffic on the network and makes network expansion difficult.</a:t>
            </a:r>
          </a:p>
          <a:p>
            <a:pPr eaLnBrk="1" hangingPunct="1"/>
            <a:r>
              <a:rPr lang="en-US" altLang="en-US" smtClean="0">
                <a:latin typeface="Helvetica" panose="020B0604020202020204" pitchFamily="34" charset="0"/>
                <a:cs typeface="Helvetica" panose="020B0604020202020204" pitchFamily="34" charset="0"/>
              </a:rPr>
              <a:t>To solve the preceding problems, EVPN is introduced as the control plane of VXLAN that is a network virtualization overlay (NVO) protocol.</a:t>
            </a:r>
          </a:p>
          <a:p>
            <a:pPr eaLnBrk="1" hangingPunct="1"/>
            <a:endParaRPr lang="en-US" altLang="en-US" smtClean="0">
              <a:latin typeface="Helvetica" panose="020B0604020202020204" pitchFamily="34" charset="0"/>
              <a:cs typeface="Helvetica" panose="020B0604020202020204" pitchFamily="34" charset="0"/>
            </a:endParaRPr>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BGP</a:t>
            </a:r>
            <a:endParaRPr lang="en-US" altLang="en-US" smtClean="0">
              <a:latin typeface="Times" panose="02020603050405020304" pitchFamily="18" charset="0"/>
              <a:cs typeface="Times" panose="02020603050405020304" pitchFamily="18" charset="0"/>
            </a:endParaRPr>
          </a:p>
        </p:txBody>
      </p:sp>
      <p:sp>
        <p:nvSpPr>
          <p:cNvPr id="33795" name="Content Placeholder 3"/>
          <p:cNvSpPr>
            <a:spLocks noGrp="1"/>
          </p:cNvSpPr>
          <p:nvPr>
            <p:ph idx="1"/>
          </p:nvPr>
        </p:nvSpPr>
        <p:spPr>
          <a:xfrm>
            <a:off x="144463" y="1257300"/>
            <a:ext cx="8686800" cy="3879850"/>
          </a:xfrm>
        </p:spPr>
        <p:txBody>
          <a:bodyPr/>
          <a:lstStyle/>
          <a:p>
            <a:pPr eaLnBrk="1" hangingPunct="1"/>
            <a:r>
              <a:rPr lang="en-US" altLang="en-US" sz="1800" smtClean="0">
                <a:latin typeface="Helvetica" panose="020B0604020202020204" pitchFamily="34" charset="0"/>
                <a:cs typeface="Helvetica" panose="020B0604020202020204" pitchFamily="34" charset="0"/>
              </a:rPr>
              <a:t>Traditional BGP-4 peers use Update messages to exchange routing information. </a:t>
            </a:r>
          </a:p>
          <a:p>
            <a:pPr eaLnBrk="1" hangingPunct="1"/>
            <a:r>
              <a:rPr lang="en-US" altLang="en-US" sz="1800" smtClean="0">
                <a:latin typeface="Helvetica" panose="020B0604020202020204" pitchFamily="34" charset="0"/>
                <a:cs typeface="Helvetica" panose="020B0604020202020204" pitchFamily="34" charset="0"/>
              </a:rPr>
              <a:t>An Update message can advertise reachable routes with the same path attribute. </a:t>
            </a:r>
          </a:p>
          <a:p>
            <a:pPr eaLnBrk="1" hangingPunct="1"/>
            <a:r>
              <a:rPr lang="en-US" altLang="en-US" sz="1800" smtClean="0">
                <a:latin typeface="Helvetica" panose="020B0604020202020204" pitchFamily="34" charset="0"/>
                <a:cs typeface="Helvetica" panose="020B0604020202020204" pitchFamily="34" charset="0"/>
              </a:rPr>
              <a:t>These routes are carried in the Network Layer Reachability Information (NLRI) field. </a:t>
            </a:r>
          </a:p>
          <a:p>
            <a:pPr eaLnBrk="1" hangingPunct="1"/>
            <a:r>
              <a:rPr lang="en-US" altLang="en-US" sz="1800" smtClean="0">
                <a:latin typeface="Helvetica" panose="020B0604020202020204" pitchFamily="34" charset="0"/>
                <a:cs typeface="Helvetica" panose="020B0604020202020204" pitchFamily="34" charset="0"/>
              </a:rPr>
              <a:t>BGP-4 can manage only IPv4 unicast routing information, so MP-BGP was developed to support multiple network layer protocols, such as IPv6 and multicast. </a:t>
            </a:r>
          </a:p>
          <a:p>
            <a:pPr eaLnBrk="1" hangingPunct="1"/>
            <a:r>
              <a:rPr lang="en-US" altLang="en-US" sz="1800" smtClean="0">
                <a:latin typeface="Helvetica" panose="020B0604020202020204" pitchFamily="34" charset="0"/>
                <a:cs typeface="Helvetica" panose="020B0604020202020204" pitchFamily="34" charset="0"/>
              </a:rPr>
              <a:t>MP-BGP extends NLRI based on BGP-4. After extension, the description of the address family is added to NLRI to differentiate network layer protocols, such as the IPv6 unicast address family and VPN instance address family.</a:t>
            </a:r>
          </a:p>
        </p:txBody>
      </p:sp>
    </p:spTree>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BGP + EVPN</a:t>
            </a:r>
            <a:endParaRPr lang="en-US" altLang="en-US" smtClean="0">
              <a:latin typeface="Times" panose="02020603050405020304" pitchFamily="18" charset="0"/>
              <a:cs typeface="Times" panose="02020603050405020304" pitchFamily="18" charset="0"/>
            </a:endParaRPr>
          </a:p>
        </p:txBody>
      </p:sp>
      <p:sp>
        <p:nvSpPr>
          <p:cNvPr id="34819" name="Content Placeholder 3"/>
          <p:cNvSpPr>
            <a:spLocks noGrp="1"/>
          </p:cNvSpPr>
          <p:nvPr>
            <p:ph idx="1"/>
          </p:nvPr>
        </p:nvSpPr>
        <p:spPr>
          <a:xfrm>
            <a:off x="144463" y="1409700"/>
            <a:ext cx="8686800" cy="3879850"/>
          </a:xfrm>
        </p:spPr>
        <p:txBody>
          <a:bodyPr/>
          <a:lstStyle/>
          <a:p>
            <a:pPr eaLnBrk="1" hangingPunct="1"/>
            <a:r>
              <a:rPr lang="en-US" altLang="en-US" smtClean="0">
                <a:latin typeface="Helvetica" panose="020B0604020202020204" pitchFamily="34" charset="0"/>
                <a:cs typeface="Helvetica" panose="020B0604020202020204" pitchFamily="34" charset="0"/>
              </a:rPr>
              <a:t>Using EVPN as the control plane of VXLAN has the following advantages:</a:t>
            </a:r>
          </a:p>
          <a:p>
            <a:pPr lvl="1" eaLnBrk="1" hangingPunct="1"/>
            <a:r>
              <a:rPr lang="en-US" altLang="en-US" smtClean="0">
                <a:latin typeface="Helvetica" panose="020B0604020202020204" pitchFamily="34" charset="0"/>
                <a:cs typeface="Helvetica" panose="020B0604020202020204" pitchFamily="34" charset="0"/>
              </a:rPr>
              <a:t>VTEPs can be automatically discovered and VXLAN tunnels can be automatically established, simplifying network deployment and expansion.</a:t>
            </a:r>
          </a:p>
          <a:p>
            <a:pPr lvl="1" eaLnBrk="1" hangingPunct="1"/>
            <a:r>
              <a:rPr lang="en-US" altLang="en-US" smtClean="0">
                <a:latin typeface="Helvetica" panose="020B0604020202020204" pitchFamily="34" charset="0"/>
                <a:cs typeface="Helvetica" panose="020B0604020202020204" pitchFamily="34" charset="0"/>
              </a:rPr>
              <a:t>EVPN can advertise both Layer 2 MAC address information and Layer 3 routing information.</a:t>
            </a:r>
          </a:p>
          <a:p>
            <a:pPr lvl="1" eaLnBrk="1" hangingPunct="1"/>
            <a:r>
              <a:rPr lang="en-US" altLang="en-US" smtClean="0">
                <a:latin typeface="Helvetica" panose="020B0604020202020204" pitchFamily="34" charset="0"/>
                <a:cs typeface="Helvetica" panose="020B0604020202020204" pitchFamily="34" charset="0"/>
              </a:rPr>
              <a:t>Flooding traffic is reduced on the network.</a:t>
            </a:r>
          </a:p>
        </p:txBody>
      </p:sp>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BGP + EVPN</a:t>
            </a:r>
            <a:endParaRPr lang="en-US" altLang="en-US" smtClean="0">
              <a:latin typeface="Times" panose="02020603050405020304" pitchFamily="18" charset="0"/>
              <a:cs typeface="Times" panose="02020603050405020304" pitchFamily="18" charset="0"/>
            </a:endParaRPr>
          </a:p>
        </p:txBody>
      </p:sp>
      <p:sp>
        <p:nvSpPr>
          <p:cNvPr id="36867" name="Content Placeholder 3"/>
          <p:cNvSpPr>
            <a:spLocks noGrp="1"/>
          </p:cNvSpPr>
          <p:nvPr>
            <p:ph idx="1"/>
          </p:nvPr>
        </p:nvSpPr>
        <p:spPr>
          <a:xfrm>
            <a:off x="144463" y="1104900"/>
            <a:ext cx="8686800" cy="3879850"/>
          </a:xfrm>
        </p:spPr>
        <p:txBody>
          <a:bodyPr/>
          <a:lstStyle/>
          <a:p>
            <a:pPr eaLnBrk="1" hangingPunct="1"/>
            <a:r>
              <a:rPr lang="en-US" altLang="en-US" sz="2000" smtClean="0">
                <a:latin typeface="Helvetica" panose="020B0604020202020204" pitchFamily="34" charset="0"/>
                <a:cs typeface="Helvetica" panose="020B0604020202020204" pitchFamily="34" charset="0"/>
              </a:rPr>
              <a:t>Similarly, EVPN uses the MP-BGP mechanism and defines a new sub-address family, EVPN address family, in the L2VPN address family. </a:t>
            </a:r>
          </a:p>
          <a:p>
            <a:pPr eaLnBrk="1" hangingPunct="1"/>
            <a:r>
              <a:rPr lang="en-US" altLang="en-US" sz="2000" smtClean="0">
                <a:latin typeface="Helvetica" panose="020B0604020202020204" pitchFamily="34" charset="0"/>
                <a:cs typeface="Helvetica" panose="020B0604020202020204" pitchFamily="34" charset="0"/>
              </a:rPr>
              <a:t>In the EVPN address family, a new type of NLRI is added, that is, EVPN NLRI. </a:t>
            </a:r>
          </a:p>
          <a:p>
            <a:pPr eaLnBrk="1" hangingPunct="1"/>
            <a:r>
              <a:rPr lang="en-US" altLang="en-US" sz="2000" smtClean="0">
                <a:solidFill>
                  <a:srgbClr val="FF0000"/>
                </a:solidFill>
                <a:latin typeface="Helvetica" panose="020B0604020202020204" pitchFamily="34" charset="0"/>
                <a:cs typeface="Helvetica" panose="020B0604020202020204" pitchFamily="34" charset="0"/>
              </a:rPr>
              <a:t>EVPN NLRI defines several types of BGP EVPN route types</a:t>
            </a:r>
            <a:r>
              <a:rPr lang="en-US" altLang="en-US" sz="2000" smtClean="0">
                <a:latin typeface="Helvetica" panose="020B0604020202020204" pitchFamily="34" charset="0"/>
                <a:cs typeface="Helvetica" panose="020B0604020202020204" pitchFamily="34" charset="0"/>
              </a:rPr>
              <a:t>, which can carry information such as the host IP address, MAC address, VNI, and VRF. After a VTEP learns the IP address and MAC address of a connected host, the VTEP can send the information to other VTEPs through MP-BGP routes. </a:t>
            </a:r>
          </a:p>
          <a:p>
            <a:pPr eaLnBrk="1" hangingPunct="1"/>
            <a:r>
              <a:rPr lang="en-US" altLang="en-US" sz="2000" smtClean="0">
                <a:latin typeface="Helvetica" panose="020B0604020202020204" pitchFamily="34" charset="0"/>
                <a:cs typeface="Helvetica" panose="020B0604020202020204" pitchFamily="34" charset="0"/>
              </a:rPr>
              <a:t>In this way, learning of host IP address and MAC address information can be implemented on the control plane, suppressing traffic flooding on the data plane.</a:t>
            </a:r>
            <a:endParaRPr lang="en-US" altLang="en-US" sz="1600" smtClean="0">
              <a:latin typeface="Helvetica" panose="020B0604020202020204" pitchFamily="34" charset="0"/>
              <a:cs typeface="Helvetica" panose="020B0604020202020204" pitchFamily="34" charset="0"/>
            </a:endParaRPr>
          </a:p>
        </p:txBody>
      </p:sp>
    </p:spTree>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575" y="455613"/>
            <a:ext cx="8499475" cy="558800"/>
          </a:xfrm>
        </p:spPr>
        <p:txBody>
          <a:bodyPr rtlCol="0">
            <a:normAutofit fontScale="90000"/>
          </a:bodyPr>
          <a:lstStyle/>
          <a:p>
            <a:pPr algn="ctr" defTabSz="912491" eaLnBrk="1" fontAlgn="auto" hangingPunct="1">
              <a:spcAft>
                <a:spcPts val="0"/>
              </a:spcAft>
              <a:defRPr/>
            </a:pPr>
            <a:r>
              <a:rPr lang="en-US" dirty="0" smtClean="0"/>
              <a:t>EVPN changes the paradigm: MAC addresses are also advertised in MP-BGP</a:t>
            </a:r>
            <a:endParaRPr lang="en-US" dirty="0"/>
          </a:p>
        </p:txBody>
      </p:sp>
      <p:sp>
        <p:nvSpPr>
          <p:cNvPr id="3" name="Content Placeholder 2"/>
          <p:cNvSpPr>
            <a:spLocks noGrp="1"/>
          </p:cNvSpPr>
          <p:nvPr>
            <p:ph idx="1"/>
          </p:nvPr>
        </p:nvSpPr>
        <p:spPr>
          <a:xfrm>
            <a:off x="533400" y="1257300"/>
            <a:ext cx="8367713" cy="3851275"/>
          </a:xfrm>
        </p:spPr>
        <p:txBody>
          <a:bodyPr rtlCol="0">
            <a:noAutofit/>
          </a:bodyPr>
          <a:lstStyle/>
          <a:p>
            <a:pPr marL="228124" indent="-228124" defTabSz="912491" eaLnBrk="1" fontAlgn="auto" hangingPunct="1">
              <a:spcBef>
                <a:spcPts val="0"/>
              </a:spcBef>
              <a:defRPr/>
            </a:pPr>
            <a:endParaRPr lang="en-US" sz="1600" dirty="0" smtClean="0"/>
          </a:p>
          <a:p>
            <a:pPr marL="228124" indent="-228124" defTabSz="912491" eaLnBrk="1" fontAlgn="auto" hangingPunct="1">
              <a:spcBef>
                <a:spcPts val="0"/>
              </a:spcBef>
              <a:defRPr/>
            </a:pPr>
            <a:r>
              <a:rPr lang="en-US" sz="1600" dirty="0" smtClean="0"/>
              <a:t>CE attaches to MAC-VRF In VTEP.</a:t>
            </a:r>
          </a:p>
          <a:p>
            <a:pPr marL="228124" indent="-228124" defTabSz="912491" eaLnBrk="1" fontAlgn="auto" hangingPunct="1">
              <a:spcBef>
                <a:spcPts val="0"/>
              </a:spcBef>
              <a:defRPr/>
            </a:pPr>
            <a:r>
              <a:rPr lang="en-US" sz="1600" dirty="0" smtClean="0"/>
              <a:t>VXLAN VTEP discovers IP/MAC addresses from CE.</a:t>
            </a:r>
          </a:p>
          <a:p>
            <a:pPr marL="228124" indent="-228124" defTabSz="912491" eaLnBrk="1" fontAlgn="auto" hangingPunct="1">
              <a:spcBef>
                <a:spcPts val="0"/>
              </a:spcBef>
              <a:defRPr/>
            </a:pPr>
            <a:r>
              <a:rPr lang="en-US" sz="1600" dirty="0"/>
              <a:t>EVPN/BGP </a:t>
            </a:r>
            <a:r>
              <a:rPr lang="en-US" sz="1600" dirty="0" smtClean="0"/>
              <a:t>discovers VTEPs.</a:t>
            </a:r>
          </a:p>
          <a:p>
            <a:pPr marL="228124" indent="-228124" defTabSz="912491" eaLnBrk="1" fontAlgn="auto" hangingPunct="1">
              <a:spcBef>
                <a:spcPts val="0"/>
              </a:spcBef>
              <a:defRPr/>
            </a:pPr>
            <a:r>
              <a:rPr lang="en-US" sz="1600" dirty="0" smtClean="0"/>
              <a:t>EVPN/BGP discover </a:t>
            </a:r>
            <a:r>
              <a:rPr lang="en-US" sz="1600" dirty="0"/>
              <a:t>and </a:t>
            </a:r>
            <a:r>
              <a:rPr lang="en-US" sz="1600" dirty="0" smtClean="0"/>
              <a:t>authenticates </a:t>
            </a:r>
            <a:r>
              <a:rPr lang="en-US" sz="1600" dirty="0"/>
              <a:t>VXLAN tunnel endpoints (VTEP) </a:t>
            </a:r>
            <a:r>
              <a:rPr lang="en-US" sz="1600" dirty="0" smtClean="0"/>
              <a:t>dynamically.</a:t>
            </a:r>
            <a:endParaRPr lang="en-US" sz="1600" dirty="0"/>
          </a:p>
          <a:p>
            <a:pPr marL="228124" indent="-228124" defTabSz="912491" eaLnBrk="1" fontAlgn="auto" hangingPunct="1">
              <a:spcBef>
                <a:spcPts val="0"/>
              </a:spcBef>
              <a:defRPr/>
            </a:pPr>
            <a:r>
              <a:rPr lang="en-US" sz="1600" dirty="0" smtClean="0"/>
              <a:t>EVPN NLRI binds MAC and IP addresses. </a:t>
            </a:r>
          </a:p>
          <a:p>
            <a:pPr marL="228124" indent="-228124" defTabSz="912491" eaLnBrk="1" fontAlgn="auto" hangingPunct="1">
              <a:spcBef>
                <a:spcPts val="0"/>
              </a:spcBef>
              <a:defRPr/>
            </a:pPr>
            <a:r>
              <a:rPr lang="en-US" sz="1600" dirty="0" smtClean="0"/>
              <a:t>EVPN NRLI into BGP Extended Communities (L2VPN).</a:t>
            </a:r>
          </a:p>
          <a:p>
            <a:pPr marL="228124" indent="-228124" defTabSz="912491" eaLnBrk="1" fontAlgn="auto" hangingPunct="1">
              <a:spcBef>
                <a:spcPts val="0"/>
              </a:spcBef>
              <a:defRPr/>
            </a:pPr>
            <a:r>
              <a:rPr lang="en-US" sz="1600" dirty="0" smtClean="0"/>
              <a:t>VTEP </a:t>
            </a:r>
            <a:r>
              <a:rPr lang="en-US" sz="1600" dirty="0"/>
              <a:t>establish L3 VNI connections and related L2 VNI</a:t>
            </a:r>
            <a:r>
              <a:rPr lang="en-US" sz="1600" dirty="0" smtClean="0"/>
              <a:t>.</a:t>
            </a:r>
          </a:p>
          <a:p>
            <a:pPr marL="228124" indent="-228124" defTabSz="912491" eaLnBrk="1" fontAlgn="auto" hangingPunct="1">
              <a:spcBef>
                <a:spcPts val="0"/>
              </a:spcBef>
              <a:defRPr/>
            </a:pPr>
            <a:r>
              <a:rPr lang="en-US" sz="1600" dirty="0"/>
              <a:t>Terminate Address Resolution Protocol (ARP) requests early and minimize flooding</a:t>
            </a:r>
          </a:p>
          <a:p>
            <a:pPr marL="0" indent="0" defTabSz="912491" eaLnBrk="1" fontAlgn="auto" hangingPunct="1">
              <a:spcBef>
                <a:spcPts val="0"/>
              </a:spcBef>
              <a:buFont typeface="Arial" panose="020B0604020202020204" pitchFamily="34" charset="0"/>
              <a:buNone/>
              <a:defRPr/>
            </a:pPr>
            <a:endParaRPr lang="en-US" sz="1600" dirty="0"/>
          </a:p>
          <a:p>
            <a:pPr marL="228124" indent="-228124" defTabSz="912491" eaLnBrk="1" fontAlgn="auto" hangingPunct="1">
              <a:spcBef>
                <a:spcPts val="0"/>
              </a:spcBef>
              <a:defRPr/>
            </a:pPr>
            <a:endParaRPr lang="en-US" sz="1600" dirty="0" smtClean="0"/>
          </a:p>
          <a:p>
            <a:pPr marL="228124" indent="-228124" defTabSz="912491" eaLnBrk="1" fontAlgn="auto" hangingPunct="1">
              <a:spcBef>
                <a:spcPts val="0"/>
              </a:spcBef>
              <a:defRPr/>
            </a:pP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2"/>
          <p:cNvSpPr>
            <a:spLocks noGrp="1"/>
          </p:cNvSpPr>
          <p:nvPr>
            <p:ph type="title"/>
          </p:nvPr>
        </p:nvSpPr>
        <p:spPr>
          <a:xfrm>
            <a:off x="357188" y="495300"/>
            <a:ext cx="8651875" cy="495300"/>
          </a:xfrm>
        </p:spPr>
        <p:txBody>
          <a:bodyPr/>
          <a:lstStyle/>
          <a:p>
            <a:pPr algn="ctr"/>
            <a:r>
              <a:rPr lang="en-US" altLang="en-US" sz="2800" smtClean="0">
                <a:latin typeface="Times" panose="02020603050405020304" pitchFamily="18" charset="0"/>
                <a:cs typeface="Times" panose="02020603050405020304" pitchFamily="18" charset="0"/>
              </a:rPr>
              <a:t>EVPN NLRI Messages Carried in BGP Update as Attribute Code 16</a:t>
            </a:r>
          </a:p>
        </p:txBody>
      </p:sp>
      <p:sp>
        <p:nvSpPr>
          <p:cNvPr id="40963" name="Content Placeholder 3"/>
          <p:cNvSpPr>
            <a:spLocks noGrp="1"/>
          </p:cNvSpPr>
          <p:nvPr>
            <p:ph idx="1"/>
          </p:nvPr>
        </p:nvSpPr>
        <p:spPr>
          <a:xfrm>
            <a:off x="44450" y="1409700"/>
            <a:ext cx="4876800" cy="3879850"/>
          </a:xfrm>
        </p:spPr>
        <p:txBody>
          <a:bodyPr/>
          <a:lstStyle/>
          <a:p>
            <a:r>
              <a:rPr lang="en-US" altLang="en-US" sz="1800" b="1" smtClean="0">
                <a:solidFill>
                  <a:srgbClr val="494949"/>
                </a:solidFill>
                <a:latin typeface="DDG_ProximaNova"/>
                <a:cs typeface="Helvetica" panose="020B0604020202020204" pitchFamily="34" charset="0"/>
              </a:rPr>
              <a:t>BGP</a:t>
            </a:r>
            <a:r>
              <a:rPr lang="en-US" altLang="en-US" sz="1800" smtClean="0">
                <a:solidFill>
                  <a:srgbClr val="494949"/>
                </a:solidFill>
                <a:latin typeface="DDG_ProximaNova"/>
                <a:cs typeface="Helvetica" panose="020B0604020202020204" pitchFamily="34" charset="0"/>
              </a:rPr>
              <a:t> </a:t>
            </a:r>
            <a:r>
              <a:rPr lang="en-US" altLang="en-US" sz="1800" b="1" smtClean="0">
                <a:solidFill>
                  <a:srgbClr val="494949"/>
                </a:solidFill>
                <a:latin typeface="DDG_ProximaNova"/>
                <a:cs typeface="Helvetica" panose="020B0604020202020204" pitchFamily="34" charset="0"/>
              </a:rPr>
              <a:t>Extended</a:t>
            </a:r>
            <a:r>
              <a:rPr lang="en-US" altLang="en-US" sz="1800" smtClean="0">
                <a:solidFill>
                  <a:srgbClr val="494949"/>
                </a:solidFill>
                <a:latin typeface="DDG_ProximaNova"/>
                <a:cs typeface="Helvetica" panose="020B0604020202020204" pitchFamily="34" charset="0"/>
              </a:rPr>
              <a:t> </a:t>
            </a:r>
            <a:r>
              <a:rPr lang="en-US" altLang="en-US" sz="1800" b="1" smtClean="0">
                <a:solidFill>
                  <a:srgbClr val="494949"/>
                </a:solidFill>
                <a:latin typeface="DDG_ProximaNova"/>
                <a:cs typeface="Helvetica" panose="020B0604020202020204" pitchFamily="34" charset="0"/>
              </a:rPr>
              <a:t>Communities</a:t>
            </a:r>
            <a:r>
              <a:rPr lang="en-US" altLang="en-US" sz="1800" smtClean="0">
                <a:solidFill>
                  <a:srgbClr val="494949"/>
                </a:solidFill>
                <a:latin typeface="DDG_ProximaNova"/>
                <a:cs typeface="Helvetica" panose="020B0604020202020204" pitchFamily="34" charset="0"/>
              </a:rPr>
              <a:t> </a:t>
            </a:r>
            <a:r>
              <a:rPr lang="en-US" altLang="en-US" sz="1800" b="1" smtClean="0">
                <a:solidFill>
                  <a:srgbClr val="494949"/>
                </a:solidFill>
                <a:latin typeface="DDG_ProximaNova"/>
                <a:cs typeface="Helvetica" panose="020B0604020202020204" pitchFamily="34" charset="0"/>
              </a:rPr>
              <a:t>Attribute</a:t>
            </a:r>
          </a:p>
          <a:p>
            <a:r>
              <a:rPr lang="en-US" altLang="en-US" sz="1800" smtClean="0">
                <a:solidFill>
                  <a:srgbClr val="494949"/>
                </a:solidFill>
                <a:latin typeface="DDG_ProximaNova"/>
                <a:cs typeface="Helvetica" panose="020B0604020202020204" pitchFamily="34" charset="0"/>
              </a:rPr>
              <a:t> The </a:t>
            </a:r>
            <a:r>
              <a:rPr lang="en-US" altLang="en-US" sz="1800" b="1" smtClean="0">
                <a:solidFill>
                  <a:srgbClr val="494949"/>
                </a:solidFill>
                <a:latin typeface="DDG_ProximaNova"/>
                <a:cs typeface="Helvetica" panose="020B0604020202020204" pitchFamily="34" charset="0"/>
              </a:rPr>
              <a:t>Extended</a:t>
            </a:r>
            <a:r>
              <a:rPr lang="en-US" altLang="en-US" sz="1800" smtClean="0">
                <a:solidFill>
                  <a:srgbClr val="494949"/>
                </a:solidFill>
                <a:latin typeface="DDG_ProximaNova"/>
                <a:cs typeface="Helvetica" panose="020B0604020202020204" pitchFamily="34" charset="0"/>
              </a:rPr>
              <a:t> </a:t>
            </a:r>
            <a:r>
              <a:rPr lang="en-US" altLang="en-US" sz="1800" b="1" smtClean="0">
                <a:solidFill>
                  <a:srgbClr val="494949"/>
                </a:solidFill>
                <a:latin typeface="DDG_ProximaNova"/>
                <a:cs typeface="Helvetica" panose="020B0604020202020204" pitchFamily="34" charset="0"/>
              </a:rPr>
              <a:t>Communities</a:t>
            </a:r>
            <a:r>
              <a:rPr lang="en-US" altLang="en-US" sz="1800" smtClean="0">
                <a:solidFill>
                  <a:srgbClr val="494949"/>
                </a:solidFill>
                <a:latin typeface="DDG_ProximaNova"/>
                <a:cs typeface="Helvetica" panose="020B0604020202020204" pitchFamily="34" charset="0"/>
              </a:rPr>
              <a:t> </a:t>
            </a:r>
            <a:r>
              <a:rPr lang="en-US" altLang="en-US" sz="1800" b="1" smtClean="0">
                <a:solidFill>
                  <a:srgbClr val="494949"/>
                </a:solidFill>
                <a:latin typeface="DDG_ProximaNova"/>
                <a:cs typeface="Helvetica" panose="020B0604020202020204" pitchFamily="34" charset="0"/>
              </a:rPr>
              <a:t>Attribute</a:t>
            </a:r>
            <a:r>
              <a:rPr lang="en-US" altLang="en-US" sz="1800" smtClean="0">
                <a:solidFill>
                  <a:srgbClr val="494949"/>
                </a:solidFill>
                <a:latin typeface="DDG_ProximaNova"/>
                <a:cs typeface="Helvetica" panose="020B0604020202020204" pitchFamily="34" charset="0"/>
              </a:rPr>
              <a:t> is a transitive optional </a:t>
            </a:r>
            <a:r>
              <a:rPr lang="en-US" altLang="en-US" sz="1800" b="1" smtClean="0">
                <a:solidFill>
                  <a:srgbClr val="494949"/>
                </a:solidFill>
                <a:latin typeface="DDG_ProximaNova"/>
                <a:cs typeface="Helvetica" panose="020B0604020202020204" pitchFamily="34" charset="0"/>
              </a:rPr>
              <a:t>BGP</a:t>
            </a:r>
            <a:r>
              <a:rPr lang="en-US" altLang="en-US" sz="1800" smtClean="0">
                <a:solidFill>
                  <a:srgbClr val="494949"/>
                </a:solidFill>
                <a:latin typeface="DDG_ProximaNova"/>
                <a:cs typeface="Helvetica" panose="020B0604020202020204" pitchFamily="34" charset="0"/>
              </a:rPr>
              <a:t> </a:t>
            </a:r>
            <a:r>
              <a:rPr lang="en-US" altLang="en-US" sz="1800" b="1" smtClean="0">
                <a:solidFill>
                  <a:srgbClr val="494949"/>
                </a:solidFill>
                <a:latin typeface="DDG_ProximaNova"/>
                <a:cs typeface="Helvetica" panose="020B0604020202020204" pitchFamily="34" charset="0"/>
              </a:rPr>
              <a:t>attribute</a:t>
            </a:r>
            <a:r>
              <a:rPr lang="en-US" altLang="en-US" sz="1800" smtClean="0">
                <a:solidFill>
                  <a:srgbClr val="494949"/>
                </a:solidFill>
                <a:latin typeface="DDG_ProximaNova"/>
                <a:cs typeface="Helvetica" panose="020B0604020202020204" pitchFamily="34" charset="0"/>
              </a:rPr>
              <a:t>, with the Type </a:t>
            </a:r>
            <a:r>
              <a:rPr lang="en-US" altLang="en-US" sz="1800" b="1" smtClean="0">
                <a:solidFill>
                  <a:srgbClr val="494949"/>
                </a:solidFill>
                <a:latin typeface="DDG_ProximaNova"/>
                <a:cs typeface="Helvetica" panose="020B0604020202020204" pitchFamily="34" charset="0"/>
              </a:rPr>
              <a:t>Code</a:t>
            </a:r>
            <a:r>
              <a:rPr lang="en-US" altLang="en-US" sz="1800" smtClean="0">
                <a:solidFill>
                  <a:srgbClr val="494949"/>
                </a:solidFill>
                <a:latin typeface="DDG_ProximaNova"/>
                <a:cs typeface="Helvetica" panose="020B0604020202020204" pitchFamily="34" charset="0"/>
              </a:rPr>
              <a:t> 16. </a:t>
            </a:r>
          </a:p>
          <a:p>
            <a:r>
              <a:rPr lang="en-US" altLang="en-US" sz="1800" smtClean="0">
                <a:latin typeface="Helvetica" panose="020B0604020202020204" pitchFamily="34" charset="0"/>
                <a:cs typeface="Helvetica" panose="020B0604020202020204" pitchFamily="34" charset="0"/>
              </a:rPr>
              <a:t>EVPN NRLI into BGP Extended Communities (L2VPN). </a:t>
            </a:r>
          </a:p>
          <a:p>
            <a:r>
              <a:rPr lang="en-US" altLang="en-US" sz="1800" smtClean="0">
                <a:latin typeface="Helvetica" panose="020B0604020202020204" pitchFamily="34" charset="0"/>
                <a:cs typeface="Helvetica" panose="020B0604020202020204" pitchFamily="34" charset="0"/>
              </a:rPr>
              <a:t>EVPN NLRI binds MAC and IP addresses. </a:t>
            </a:r>
          </a:p>
          <a:p>
            <a:r>
              <a:rPr lang="en-US" altLang="en-US" sz="1800" smtClean="0">
                <a:latin typeface="Helvetica" panose="020B0604020202020204" pitchFamily="34" charset="0"/>
                <a:cs typeface="Helvetica" panose="020B0604020202020204" pitchFamily="34" charset="0"/>
              </a:rPr>
              <a:t>EVPN routes types 1-5</a:t>
            </a:r>
          </a:p>
          <a:p>
            <a:endParaRPr lang="en-US" altLang="en-US" sz="1800" smtClean="0">
              <a:latin typeface="Helvetica" panose="020B0604020202020204" pitchFamily="34" charset="0"/>
              <a:cs typeface="Helvetica" panose="020B0604020202020204" pitchFamily="34" charset="0"/>
            </a:endParaRPr>
          </a:p>
          <a:p>
            <a:endParaRPr lang="en-US" altLang="en-US" sz="1800" smtClean="0">
              <a:latin typeface="Helvetica" panose="020B0604020202020204" pitchFamily="34" charset="0"/>
              <a:cs typeface="Helvetica" panose="020B0604020202020204" pitchFamily="34" charset="0"/>
            </a:endParaRPr>
          </a:p>
          <a:p>
            <a:endParaRPr lang="en-US" altLang="en-US" sz="1800" smtClean="0">
              <a:latin typeface="Helvetica" panose="020B0604020202020204" pitchFamily="34" charset="0"/>
              <a:cs typeface="Helvetica" panose="020B0604020202020204" pitchFamily="34" charset="0"/>
            </a:endParaRPr>
          </a:p>
          <a:p>
            <a:endParaRPr lang="en-US" altLang="en-US" sz="1800" smtClean="0">
              <a:latin typeface="Helvetica" panose="020B0604020202020204" pitchFamily="34" charset="0"/>
              <a:cs typeface="Helvetica" panose="020B0604020202020204" pitchFamily="34" charset="0"/>
            </a:endParaRPr>
          </a:p>
          <a:p>
            <a:endParaRPr lang="en-US" altLang="en-US" sz="1800" smtClean="0">
              <a:latin typeface="Helvetica" panose="020B0604020202020204" pitchFamily="34" charset="0"/>
              <a:cs typeface="Helvetica" panose="020B0604020202020204" pitchFamily="34" charset="0"/>
            </a:endParaRPr>
          </a:p>
        </p:txBody>
      </p:sp>
      <p:pic>
        <p:nvPicPr>
          <p:cNvPr id="40964" name="Picture 2" descr="http://www.tcpipguide.com/free/diagrams/bgpupdateforma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1181100"/>
            <a:ext cx="39624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EVPN Route Types</a:t>
            </a:r>
            <a:endParaRPr lang="en-US" altLang="en-US" smtClean="0">
              <a:latin typeface="Times" panose="02020603050405020304" pitchFamily="18" charset="0"/>
              <a:cs typeface="Times" panose="02020603050405020304" pitchFamily="18" charset="0"/>
            </a:endParaRPr>
          </a:p>
        </p:txBody>
      </p:sp>
      <p:sp>
        <p:nvSpPr>
          <p:cNvPr id="41987" name="Content Placeholder 2"/>
          <p:cNvSpPr>
            <a:spLocks noGrp="1"/>
          </p:cNvSpPr>
          <p:nvPr>
            <p:ph idx="1"/>
          </p:nvPr>
        </p:nvSpPr>
        <p:spPr>
          <a:xfrm>
            <a:off x="0" y="1257300"/>
            <a:ext cx="4343400" cy="3879850"/>
          </a:xfrm>
        </p:spPr>
        <p:txBody>
          <a:bodyPr/>
          <a:lstStyle/>
          <a:p>
            <a:pPr eaLnBrk="1" hangingPunct="1"/>
            <a:r>
              <a:rPr lang="en-US" altLang="en-US" sz="1800" smtClean="0">
                <a:latin typeface="Helvetica" panose="020B0604020202020204" pitchFamily="34" charset="0"/>
                <a:cs typeface="Helvetica" panose="020B0604020202020204" pitchFamily="34" charset="0"/>
              </a:rPr>
              <a:t>Type 1 and Type 4 routes are used in EVPN Ethernet Segment Identifier (ESI) all-active scenarios. The EVPN ESI all-active function allows multi-homing and all-active VXLAN gateways to be deployed based on RFC standards, effectively improving the reliability on the VXLAN access side. </a:t>
            </a:r>
          </a:p>
          <a:p>
            <a:pPr eaLnBrk="1" hangingPunct="1"/>
            <a:r>
              <a:rPr lang="en-US" altLang="en-US" sz="1800" smtClean="0">
                <a:latin typeface="Helvetica" panose="020B0604020202020204" pitchFamily="34" charset="0"/>
                <a:cs typeface="Helvetica" panose="020B0604020202020204" pitchFamily="34" charset="0"/>
              </a:rPr>
              <a:t>Type 5 advertises network segments.</a:t>
            </a:r>
          </a:p>
          <a:p>
            <a:pPr eaLnBrk="1" hangingPunct="1"/>
            <a:r>
              <a:rPr lang="en-US" altLang="en-US" sz="1800" smtClean="0">
                <a:latin typeface="Helvetica" panose="020B0604020202020204" pitchFamily="34" charset="0"/>
                <a:cs typeface="Helvetica" panose="020B0604020202020204" pitchFamily="34" charset="0"/>
              </a:rPr>
              <a:t>Concerned mostly with Type 2 and 3 routes </a:t>
            </a:r>
          </a:p>
        </p:txBody>
      </p:sp>
      <p:pic>
        <p:nvPicPr>
          <p:cNvPr id="41988" name="Picture 2" descr="https://encrypted-tbn0.gstatic.com/images?q=tbn:ANd9GcRFHa4U0zj4gmcrI6ZishsN-aVVGN-JEvZAI_UYPEYxKEOd_G0DuCw0Awj4VoY&am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1220788"/>
            <a:ext cx="3810000" cy="296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EVPN Type 2 Route: VTEPs advertise MAC/IP </a:t>
            </a:r>
            <a:endParaRPr lang="en-US" altLang="en-US" smtClean="0">
              <a:latin typeface="Times" panose="02020603050405020304" pitchFamily="18" charset="0"/>
              <a:cs typeface="Times" panose="02020603050405020304" pitchFamily="18" charset="0"/>
            </a:endParaRPr>
          </a:p>
        </p:txBody>
      </p:sp>
      <p:sp>
        <p:nvSpPr>
          <p:cNvPr id="44035" name="Content Placeholder 2"/>
          <p:cNvSpPr>
            <a:spLocks noGrp="1"/>
          </p:cNvSpPr>
          <p:nvPr>
            <p:ph idx="1"/>
          </p:nvPr>
        </p:nvSpPr>
        <p:spPr>
          <a:xfrm>
            <a:off x="457200" y="1225550"/>
            <a:ext cx="2895600" cy="1250950"/>
          </a:xfrm>
        </p:spPr>
        <p:txBody>
          <a:bodyPr/>
          <a:lstStyle/>
          <a:p>
            <a:pPr eaLnBrk="1" hangingPunct="1"/>
            <a:r>
              <a:rPr lang="en-US" altLang="en-US" smtClean="0">
                <a:latin typeface="Helvetica" panose="020B0604020202020204" pitchFamily="34" charset="0"/>
                <a:cs typeface="Helvetica" panose="020B0604020202020204" pitchFamily="34" charset="0"/>
              </a:rPr>
              <a:t>EVPN Type 2 routes, also called MAC/IP advertisement routes, are used by VTEPs to advertise host IP and MAC address information to each other. </a:t>
            </a:r>
            <a:endParaRPr lang="en-US" altLang="en-US" sz="1800" smtClean="0">
              <a:latin typeface="Helvetica" panose="020B0604020202020204" pitchFamily="34" charset="0"/>
              <a:cs typeface="Helvetica" panose="020B0604020202020204" pitchFamily="34" charset="0"/>
            </a:endParaRPr>
          </a:p>
        </p:txBody>
      </p:sp>
      <p:pic>
        <p:nvPicPr>
          <p:cNvPr id="44036" name="Picture 2" descr="https://download.huawei.com/mdl/image/download?uuid=913d24a2d7b74ce39d6ecee7603ef3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225550"/>
            <a:ext cx="32766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Rectangle 1"/>
          <p:cNvSpPr>
            <a:spLocks noChangeArrowheads="1"/>
          </p:cNvSpPr>
          <p:nvPr/>
        </p:nvSpPr>
        <p:spPr bwMode="auto">
          <a:xfrm>
            <a:off x="6888163" y="2740025"/>
            <a:ext cx="1955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solidFill>
                  <a:srgbClr val="494949"/>
                </a:solidFill>
                <a:latin typeface="LT_regular"/>
              </a:rPr>
              <a:t>L2VNI carried in the route. This field is used to identify a BD.</a:t>
            </a:r>
            <a:endParaRPr lang="en-US" altLang="en-US"/>
          </a:p>
        </p:txBody>
      </p:sp>
      <p:sp>
        <p:nvSpPr>
          <p:cNvPr id="44038" name="TextBox 1"/>
          <p:cNvSpPr txBox="1">
            <a:spLocks noChangeArrowheads="1"/>
          </p:cNvSpPr>
          <p:nvPr/>
        </p:nvSpPr>
        <p:spPr bwMode="auto">
          <a:xfrm>
            <a:off x="5334000" y="3738563"/>
            <a:ext cx="7540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1600">
                <a:solidFill>
                  <a:srgbClr val="FF0000"/>
                </a:solidFill>
              </a:rPr>
              <a:t>L2VNI</a:t>
            </a: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 y="998538"/>
            <a:ext cx="8458200" cy="429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EVPN Type 2 Route: VTEPs advertise MAC/IP </a:t>
            </a:r>
            <a:endParaRPr lang="en-US" altLang="en-US" smtClean="0">
              <a:latin typeface="Times" panose="02020603050405020304" pitchFamily="18" charset="0"/>
              <a:cs typeface="Times" panose="02020603050405020304" pitchFamily="18" charset="0"/>
            </a:endParaRPr>
          </a:p>
        </p:txBody>
      </p: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3"/>
          <p:cNvSpPr>
            <a:spLocks noGrp="1"/>
          </p:cNvSpPr>
          <p:nvPr>
            <p:ph idx="1"/>
          </p:nvPr>
        </p:nvSpPr>
        <p:spPr>
          <a:xfrm>
            <a:off x="144463" y="1409700"/>
            <a:ext cx="8686800" cy="3879850"/>
          </a:xfrm>
        </p:spPr>
        <p:txBody>
          <a:bodyPr/>
          <a:lstStyle/>
          <a:p>
            <a:pPr eaLnBrk="1" hangingPunct="1"/>
            <a:r>
              <a:rPr lang="en-US" altLang="en-US" smtClean="0">
                <a:latin typeface="Helvetica" panose="020B0604020202020204" pitchFamily="34" charset="0"/>
                <a:cs typeface="Helvetica" panose="020B0604020202020204" pitchFamily="34" charset="0"/>
              </a:rPr>
              <a:t>Layer 2 Connection: Same subnet</a:t>
            </a:r>
          </a:p>
          <a:p>
            <a:pPr lvl="1" eaLnBrk="1" hangingPunct="1"/>
            <a:r>
              <a:rPr lang="en-US" altLang="en-US" smtClean="0">
                <a:latin typeface="Helvetica" panose="020B0604020202020204" pitchFamily="34" charset="0"/>
                <a:cs typeface="Helvetica" panose="020B0604020202020204" pitchFamily="34" charset="0"/>
              </a:rPr>
              <a:t>Same subnet, the VTEPs at both ends must learn host MAC addresses from each other </a:t>
            </a:r>
            <a:r>
              <a:rPr lang="en-US" altLang="en-US" smtClean="0">
                <a:solidFill>
                  <a:srgbClr val="FF0000"/>
                </a:solidFill>
                <a:latin typeface="Helvetica" panose="020B0604020202020204" pitchFamily="34" charset="0"/>
                <a:cs typeface="Helvetica" panose="020B0604020202020204" pitchFamily="34" charset="0"/>
              </a:rPr>
              <a:t>(more detail on this soon.)</a:t>
            </a:r>
            <a:r>
              <a:rPr lang="en-US" altLang="en-US" smtClean="0">
                <a:latin typeface="Helvetica" panose="020B0604020202020204" pitchFamily="34" charset="0"/>
                <a:cs typeface="Helvetica" panose="020B0604020202020204" pitchFamily="34" charset="0"/>
              </a:rPr>
              <a:t>. </a:t>
            </a:r>
          </a:p>
          <a:p>
            <a:pPr lvl="1" eaLnBrk="1" hangingPunct="1"/>
            <a:r>
              <a:rPr lang="en-US" altLang="en-US" smtClean="0">
                <a:latin typeface="Helvetica" panose="020B0604020202020204" pitchFamily="34" charset="0"/>
                <a:cs typeface="Helvetica" panose="020B0604020202020204" pitchFamily="34" charset="0"/>
              </a:rPr>
              <a:t>To achieve this, after a BGP EVPN peer relationship is established between the VTEPs, they exchange Type 2 routes in order to advertise host MAC addresses to each other. </a:t>
            </a:r>
          </a:p>
        </p:txBody>
      </p:sp>
      <p:sp>
        <p:nvSpPr>
          <p:cNvPr id="48131" name="Title 1"/>
          <p:cNvSpPr>
            <a:spLocks noGrp="1"/>
          </p:cNvSpPr>
          <p:nvPr>
            <p:ph type="title"/>
          </p:nvPr>
        </p:nvSpPr>
        <p:spPr/>
        <p:txBody>
          <a:bodyPr/>
          <a:lstStyle/>
          <a:p>
            <a:pPr eaLnBrk="1" hangingPunct="1"/>
            <a:r>
              <a:rPr lang="en-US" altLang="en-US" b="0" smtClean="0">
                <a:latin typeface="Times" panose="02020603050405020304" pitchFamily="18" charset="0"/>
                <a:cs typeface="Times" panose="02020603050405020304" pitchFamily="18" charset="0"/>
              </a:rPr>
              <a:t>EVPN Type 2 Route: VTEPs advertise </a:t>
            </a:r>
            <a:r>
              <a:rPr lang="en-US" altLang="en-US" b="0" smtClean="0">
                <a:solidFill>
                  <a:srgbClr val="FF0000"/>
                </a:solidFill>
                <a:latin typeface="Times" panose="02020603050405020304" pitchFamily="18" charset="0"/>
                <a:cs typeface="Times" panose="02020603050405020304" pitchFamily="18" charset="0"/>
              </a:rPr>
              <a:t>MAC</a:t>
            </a:r>
            <a:r>
              <a:rPr lang="en-US" altLang="en-US" b="0" smtClean="0">
                <a:latin typeface="Times" panose="02020603050405020304" pitchFamily="18" charset="0"/>
                <a:cs typeface="Times" panose="02020603050405020304" pitchFamily="18" charset="0"/>
              </a:rPr>
              <a:t>/IP </a:t>
            </a:r>
            <a:endParaRPr lang="en-US" altLang="en-US" smtClean="0">
              <a:latin typeface="Times" panose="02020603050405020304" pitchFamily="18" charset="0"/>
              <a:cs typeface="Times" panose="02020603050405020304" pitchFamily="18" charset="0"/>
            </a:endParaRPr>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3"/>
          <p:cNvSpPr>
            <a:spLocks noGrp="1"/>
          </p:cNvSpPr>
          <p:nvPr>
            <p:ph idx="1"/>
          </p:nvPr>
        </p:nvSpPr>
        <p:spPr>
          <a:xfrm>
            <a:off x="144463" y="1409700"/>
            <a:ext cx="8686800" cy="3879850"/>
          </a:xfrm>
        </p:spPr>
        <p:txBody>
          <a:bodyPr/>
          <a:lstStyle/>
          <a:p>
            <a:pPr eaLnBrk="1" hangingPunct="1"/>
            <a:r>
              <a:rPr lang="en-US" altLang="en-US" smtClean="0">
                <a:latin typeface="Helvetica" panose="020B0604020202020204" pitchFamily="34" charset="0"/>
                <a:cs typeface="Helvetica" panose="020B0604020202020204" pitchFamily="34" charset="0"/>
              </a:rPr>
              <a:t>Layer 3 Connection: Different subnets</a:t>
            </a:r>
          </a:p>
          <a:p>
            <a:pPr lvl="1" eaLnBrk="1" hangingPunct="1"/>
            <a:r>
              <a:rPr lang="en-US" altLang="en-US" smtClean="0">
                <a:latin typeface="Helvetica" panose="020B0604020202020204" pitchFamily="34" charset="0"/>
                <a:cs typeface="Helvetica" panose="020B0604020202020204" pitchFamily="34" charset="0"/>
              </a:rPr>
              <a:t>To implement Layer 3 communication between hosts on different subnets in a distributed gateway scenario, the VTEPs (functioning as Layer 3 gateways) at both ends must learn host IP routes from each other. </a:t>
            </a:r>
          </a:p>
          <a:p>
            <a:pPr lvl="1" eaLnBrk="1" hangingPunct="1"/>
            <a:r>
              <a:rPr lang="en-US" altLang="en-US" smtClean="0">
                <a:latin typeface="Helvetica" panose="020B0604020202020204" pitchFamily="34" charset="0"/>
                <a:cs typeface="Helvetica" panose="020B0604020202020204" pitchFamily="34" charset="0"/>
              </a:rPr>
              <a:t>To achieve this, after a BGP EVPN peer relationship is established between the VTEPs, they exchange Type 2 routes in order to advertise host IP routes to each other. </a:t>
            </a:r>
          </a:p>
        </p:txBody>
      </p:sp>
      <p:sp>
        <p:nvSpPr>
          <p:cNvPr id="50179" name="Title 1"/>
          <p:cNvSpPr>
            <a:spLocks noGrp="1"/>
          </p:cNvSpPr>
          <p:nvPr>
            <p:ph type="title"/>
          </p:nvPr>
        </p:nvSpPr>
        <p:spPr>
          <a:xfrm>
            <a:off x="484188" y="114300"/>
            <a:ext cx="8229600" cy="731838"/>
          </a:xfrm>
        </p:spPr>
        <p:txBody>
          <a:bodyPr/>
          <a:lstStyle/>
          <a:p>
            <a:pPr eaLnBrk="1" hangingPunct="1"/>
            <a:r>
              <a:rPr lang="en-US" altLang="en-US" b="0" smtClean="0">
                <a:latin typeface="Times" panose="02020603050405020304" pitchFamily="18" charset="0"/>
                <a:cs typeface="Times" panose="02020603050405020304" pitchFamily="18" charset="0"/>
              </a:rPr>
              <a:t>EVPN Type 2 Route: VTEPs advertise MAC/</a:t>
            </a:r>
            <a:r>
              <a:rPr lang="en-US" altLang="en-US" b="0" smtClean="0">
                <a:solidFill>
                  <a:srgbClr val="FF0000"/>
                </a:solidFill>
                <a:latin typeface="Times" panose="02020603050405020304" pitchFamily="18" charset="0"/>
                <a:cs typeface="Times" panose="02020603050405020304" pitchFamily="18" charset="0"/>
              </a:rPr>
              <a:t>IP</a:t>
            </a:r>
            <a:r>
              <a:rPr lang="en-US" altLang="en-US" b="0" smtClean="0">
                <a:latin typeface="Times" panose="02020603050405020304" pitchFamily="18" charset="0"/>
                <a:cs typeface="Times" panose="02020603050405020304" pitchFamily="18" charset="0"/>
              </a:rPr>
              <a:t> </a:t>
            </a:r>
            <a:endParaRPr lang="en-US" altLang="en-US" smtClean="0">
              <a:latin typeface="Times" panose="02020603050405020304" pitchFamily="18" charset="0"/>
              <a:cs typeface="Times" panose="02020603050405020304" pitchFamily="18" charset="0"/>
            </a:endParaRPr>
          </a:p>
        </p:txBody>
      </p:sp>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533400" y="204788"/>
            <a:ext cx="8229600" cy="519112"/>
          </a:xfrm>
        </p:spPr>
        <p:txBody>
          <a:bodyPr/>
          <a:lstStyle/>
          <a:p>
            <a:pPr eaLnBrk="1" hangingPunct="1"/>
            <a:r>
              <a:rPr lang="en-US" altLang="en-US" sz="2400" b="0" smtClean="0">
                <a:latin typeface="Times" panose="02020603050405020304" pitchFamily="18" charset="0"/>
                <a:cs typeface="Times" panose="02020603050405020304" pitchFamily="18" charset="0"/>
              </a:rPr>
              <a:t>EVPN Type 3 Route: Advertise L2VNI and VTEP IP Address</a:t>
            </a:r>
            <a:endParaRPr lang="en-US" altLang="en-US" sz="2400" smtClean="0">
              <a:latin typeface="Times" panose="02020603050405020304" pitchFamily="18" charset="0"/>
              <a:cs typeface="Times" panose="02020603050405020304" pitchFamily="18" charset="0"/>
            </a:endParaRPr>
          </a:p>
        </p:txBody>
      </p:sp>
      <p:sp>
        <p:nvSpPr>
          <p:cNvPr id="52227" name="Content Placeholder 3"/>
          <p:cNvSpPr>
            <a:spLocks noGrp="1"/>
          </p:cNvSpPr>
          <p:nvPr>
            <p:ph idx="1"/>
          </p:nvPr>
        </p:nvSpPr>
        <p:spPr>
          <a:xfrm>
            <a:off x="228600" y="1028700"/>
            <a:ext cx="8686800" cy="3879850"/>
          </a:xfrm>
        </p:spPr>
        <p:txBody>
          <a:bodyPr/>
          <a:lstStyle/>
          <a:p>
            <a:pPr eaLnBrk="1" hangingPunct="1"/>
            <a:r>
              <a:rPr lang="en-US" altLang="en-US" smtClean="0">
                <a:latin typeface="Helvetica" panose="020B0604020202020204" pitchFamily="34" charset="0"/>
                <a:cs typeface="Helvetica" panose="020B0604020202020204" pitchFamily="34" charset="0"/>
              </a:rPr>
              <a:t>EVPN Type 3 routes are used by VTEPs to advertise L2VNIs and VTEP IP addresses to each other for creating an ingress replication list (routing tree). </a:t>
            </a:r>
          </a:p>
          <a:p>
            <a:pPr eaLnBrk="1" hangingPunct="1"/>
            <a:r>
              <a:rPr lang="en-US" altLang="en-US" smtClean="0">
                <a:latin typeface="Helvetica" panose="020B0604020202020204" pitchFamily="34" charset="0"/>
                <a:cs typeface="Helvetica" panose="020B0604020202020204" pitchFamily="34" charset="0"/>
              </a:rPr>
              <a:t>That is, Type 3 routes are used for automatic VTEP discovery and dynamic VXLAN tunnel establishment. </a:t>
            </a:r>
          </a:p>
          <a:p>
            <a:pPr eaLnBrk="1" hangingPunct="1"/>
            <a:r>
              <a:rPr lang="en-US" altLang="en-US" smtClean="0">
                <a:latin typeface="Helvetica" panose="020B0604020202020204" pitchFamily="34" charset="0"/>
                <a:cs typeface="Helvetica" panose="020B0604020202020204" pitchFamily="34" charset="0"/>
              </a:rPr>
              <a:t>If there is a reachable route to the peer VTEP's IP address, a VXLAN tunnel is established from the local VTEP to the peer VTEP. </a:t>
            </a:r>
          </a:p>
          <a:p>
            <a:pPr eaLnBrk="1" hangingPunct="1"/>
            <a:r>
              <a:rPr lang="en-US" altLang="en-US" smtClean="0">
                <a:latin typeface="Helvetica" panose="020B0604020202020204" pitchFamily="34" charset="0"/>
                <a:cs typeface="Helvetica" panose="020B0604020202020204" pitchFamily="34" charset="0"/>
              </a:rPr>
              <a:t>Additionally, if the local and remote VNIs are the same, an ingress replication list is created for BUM packet forwarding.</a:t>
            </a:r>
          </a:p>
        </p:txBody>
      </p:sp>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3"/>
          <p:cNvSpPr>
            <a:spLocks noGrp="1"/>
          </p:cNvSpPr>
          <p:nvPr>
            <p:ph idx="1"/>
          </p:nvPr>
        </p:nvSpPr>
        <p:spPr>
          <a:xfrm>
            <a:off x="195263" y="1181100"/>
            <a:ext cx="4648200" cy="3879850"/>
          </a:xfrm>
        </p:spPr>
        <p:txBody>
          <a:bodyPr/>
          <a:lstStyle/>
          <a:p>
            <a:pPr eaLnBrk="1" hangingPunct="1">
              <a:defRPr/>
            </a:pPr>
            <a:r>
              <a:rPr lang="en-US" dirty="0"/>
              <a:t>The NLRI of Type 3 routes consists of a prefix and a PMSI </a:t>
            </a:r>
            <a:r>
              <a:rPr lang="en-US" dirty="0" smtClean="0"/>
              <a:t>(</a:t>
            </a:r>
            <a:r>
              <a:rPr lang="en-US" dirty="0"/>
              <a:t>P-Multicast Service </a:t>
            </a:r>
            <a:r>
              <a:rPr lang="en-US" dirty="0" smtClean="0"/>
              <a:t>Interface) attribute</a:t>
            </a:r>
            <a:r>
              <a:rPr lang="en-US" dirty="0"/>
              <a:t>. </a:t>
            </a:r>
            <a:endParaRPr lang="en-US" dirty="0" smtClean="0"/>
          </a:p>
          <a:p>
            <a:pPr lvl="1" eaLnBrk="1" hangingPunct="1">
              <a:defRPr/>
            </a:pPr>
            <a:r>
              <a:rPr lang="en-US" dirty="0" smtClean="0"/>
              <a:t>The</a:t>
            </a:r>
            <a:r>
              <a:rPr lang="en-US" dirty="0"/>
              <a:t> </a:t>
            </a:r>
            <a:r>
              <a:rPr lang="en-US" b="1" dirty="0"/>
              <a:t>Originating Router's IP Address</a:t>
            </a:r>
            <a:r>
              <a:rPr lang="en-US" dirty="0"/>
              <a:t> field of the NLRI contains VTEP IP address information, and </a:t>
            </a:r>
            <a:endParaRPr lang="en-US" dirty="0" smtClean="0"/>
          </a:p>
          <a:p>
            <a:pPr lvl="1" eaLnBrk="1" hangingPunct="1">
              <a:defRPr/>
            </a:pPr>
            <a:r>
              <a:rPr lang="en-US" dirty="0" smtClean="0"/>
              <a:t>the</a:t>
            </a:r>
            <a:r>
              <a:rPr lang="en-US" dirty="0"/>
              <a:t> </a:t>
            </a:r>
            <a:r>
              <a:rPr lang="en-US" b="1" dirty="0"/>
              <a:t>MPLS Label</a:t>
            </a:r>
            <a:r>
              <a:rPr lang="en-US" dirty="0"/>
              <a:t> field of the PMSI attribute contains L2VNI information.</a:t>
            </a:r>
          </a:p>
          <a:p>
            <a:pPr marL="0" indent="0" eaLnBrk="1" hangingPunct="1">
              <a:buFont typeface="Arial" panose="020B0604020202020204" pitchFamily="34" charset="0"/>
              <a:buNone/>
              <a:defRPr/>
            </a:pPr>
            <a:endParaRPr lang="en-US" dirty="0"/>
          </a:p>
        </p:txBody>
      </p:sp>
      <p:pic>
        <p:nvPicPr>
          <p:cNvPr id="54275" name="Picture 2" descr="https://download.huawei.com/mdl/image/download?uuid=59b701ca77f3400dbd92cb5900feac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1333500"/>
            <a:ext cx="32004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itle 1"/>
          <p:cNvSpPr>
            <a:spLocks noGrp="1"/>
          </p:cNvSpPr>
          <p:nvPr>
            <p:ph type="title"/>
          </p:nvPr>
        </p:nvSpPr>
        <p:spPr>
          <a:xfrm>
            <a:off x="533400" y="204788"/>
            <a:ext cx="8229600" cy="519112"/>
          </a:xfrm>
        </p:spPr>
        <p:txBody>
          <a:bodyPr/>
          <a:lstStyle/>
          <a:p>
            <a:pPr eaLnBrk="1" hangingPunct="1"/>
            <a:r>
              <a:rPr lang="en-US" altLang="en-US" sz="2400" b="0" smtClean="0">
                <a:latin typeface="Times" panose="02020603050405020304" pitchFamily="18" charset="0"/>
                <a:cs typeface="Times" panose="02020603050405020304" pitchFamily="18" charset="0"/>
              </a:rPr>
              <a:t>EVPN Type 3 Route: Advertise L2VNI and VTEP IP Address</a:t>
            </a:r>
            <a:endParaRPr lang="en-US" altLang="en-US" sz="2400" smtClean="0">
              <a:latin typeface="Times" panose="02020603050405020304" pitchFamily="18" charset="0"/>
              <a:cs typeface="Times" panose="02020603050405020304" pitchFamily="18" charset="0"/>
            </a:endParaRPr>
          </a:p>
        </p:txBody>
      </p:sp>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033463" y="1231900"/>
          <a:ext cx="7086600" cy="3887787"/>
        </p:xfrm>
        <a:graphic>
          <a:graphicData uri="http://schemas.openxmlformats.org/drawingml/2006/table">
            <a:tbl>
              <a:tblPr/>
              <a:tblGrid>
                <a:gridCol w="1671729">
                  <a:extLst>
                    <a:ext uri="{9D8B030D-6E8A-4147-A177-3AD203B41FA5}">
                      <a16:colId xmlns:a16="http://schemas.microsoft.com/office/drawing/2014/main" val="702187615"/>
                    </a:ext>
                  </a:extLst>
                </a:gridCol>
                <a:gridCol w="5414871">
                  <a:extLst>
                    <a:ext uri="{9D8B030D-6E8A-4147-A177-3AD203B41FA5}">
                      <a16:colId xmlns:a16="http://schemas.microsoft.com/office/drawing/2014/main" val="976131607"/>
                    </a:ext>
                  </a:extLst>
                </a:gridCol>
              </a:tblGrid>
              <a:tr h="203890">
                <a:tc>
                  <a:txBody>
                    <a:bodyPr/>
                    <a:lstStyle/>
                    <a:p>
                      <a:pPr latinLnBrk="0"/>
                      <a:r>
                        <a:rPr lang="en-US" sz="1100" b="1" i="0">
                          <a:solidFill>
                            <a:srgbClr val="333333"/>
                          </a:solidFill>
                          <a:effectLst/>
                        </a:rPr>
                        <a:t>Field</a:t>
                      </a:r>
                    </a:p>
                  </a:txBody>
                  <a:tcPr marL="72521" marR="72521" marT="18125" marB="18125">
                    <a:lnL>
                      <a:noFill/>
                    </a:lnL>
                    <a:lnR>
                      <a:noFill/>
                    </a:lnR>
                    <a:lnT>
                      <a:noFill/>
                    </a:lnT>
                    <a:lnB>
                      <a:noFill/>
                    </a:lnB>
                    <a:solidFill>
                      <a:srgbClr val="CFCFCF"/>
                    </a:solidFill>
                  </a:tcPr>
                </a:tc>
                <a:tc>
                  <a:txBody>
                    <a:bodyPr/>
                    <a:lstStyle/>
                    <a:p>
                      <a:pPr latinLnBrk="0"/>
                      <a:r>
                        <a:rPr lang="en-US" sz="1100" b="1" i="0">
                          <a:solidFill>
                            <a:srgbClr val="333333"/>
                          </a:solidFill>
                          <a:effectLst/>
                        </a:rPr>
                        <a:t>Description</a:t>
                      </a:r>
                    </a:p>
                  </a:txBody>
                  <a:tcPr marL="72521" marR="72521" marT="18125" marB="18125">
                    <a:lnL>
                      <a:noFill/>
                    </a:lnL>
                    <a:lnR>
                      <a:noFill/>
                    </a:lnR>
                    <a:lnT>
                      <a:noFill/>
                    </a:lnT>
                    <a:lnB>
                      <a:noFill/>
                    </a:lnB>
                    <a:solidFill>
                      <a:srgbClr val="CFCFCF"/>
                    </a:solidFill>
                  </a:tcPr>
                </a:tc>
                <a:extLst>
                  <a:ext uri="{0D108BD9-81ED-4DB2-BD59-A6C34878D82A}">
                    <a16:rowId xmlns:a16="http://schemas.microsoft.com/office/drawing/2014/main" val="1741044180"/>
                  </a:ext>
                </a:extLst>
              </a:tr>
              <a:tr h="398751">
                <a:tc>
                  <a:txBody>
                    <a:bodyPr/>
                    <a:lstStyle/>
                    <a:p>
                      <a:pPr latinLnBrk="0"/>
                      <a:r>
                        <a:rPr lang="en-US" sz="1100">
                          <a:effectLst/>
                        </a:rPr>
                        <a:t>Route Distinguisher</a:t>
                      </a:r>
                    </a:p>
                  </a:txBody>
                  <a:tcPr marL="72521" marR="72521" marT="36250" marB="36250">
                    <a:lnL>
                      <a:noFill/>
                    </a:lnL>
                    <a:lnR>
                      <a:noFill/>
                    </a:lnR>
                    <a:lnT>
                      <a:noFill/>
                    </a:lnT>
                    <a:lnB>
                      <a:noFill/>
                    </a:lnB>
                    <a:solidFill>
                      <a:srgbClr val="FFFFFF"/>
                    </a:solidFill>
                  </a:tcPr>
                </a:tc>
                <a:tc>
                  <a:txBody>
                    <a:bodyPr/>
                    <a:lstStyle/>
                    <a:p>
                      <a:pPr latinLnBrk="0"/>
                      <a:r>
                        <a:rPr lang="en-US" sz="1100">
                          <a:effectLst/>
                        </a:rPr>
                        <a:t>RD of an EVPN instance.</a:t>
                      </a:r>
                    </a:p>
                  </a:txBody>
                  <a:tcPr marL="72521" marR="72521" marT="36250" marB="36250">
                    <a:lnL>
                      <a:noFill/>
                    </a:lnL>
                    <a:lnR>
                      <a:noFill/>
                    </a:lnR>
                    <a:lnT>
                      <a:noFill/>
                    </a:lnT>
                    <a:lnB>
                      <a:noFill/>
                    </a:lnB>
                    <a:solidFill>
                      <a:srgbClr val="FFFFFF"/>
                    </a:solidFill>
                  </a:tcPr>
                </a:tc>
                <a:extLst>
                  <a:ext uri="{0D108BD9-81ED-4DB2-BD59-A6C34878D82A}">
                    <a16:rowId xmlns:a16="http://schemas.microsoft.com/office/drawing/2014/main" val="1497656344"/>
                  </a:ext>
                </a:extLst>
              </a:tr>
              <a:tr h="398751">
                <a:tc>
                  <a:txBody>
                    <a:bodyPr/>
                    <a:lstStyle/>
                    <a:p>
                      <a:pPr latinLnBrk="0"/>
                      <a:r>
                        <a:rPr lang="en-US" sz="1100">
                          <a:effectLst/>
                        </a:rPr>
                        <a:t>Ethernet Tag ID</a:t>
                      </a:r>
                    </a:p>
                  </a:txBody>
                  <a:tcPr marL="72521" marR="72521" marT="36250" marB="36250">
                    <a:lnL>
                      <a:noFill/>
                    </a:lnL>
                    <a:lnR>
                      <a:noFill/>
                    </a:lnR>
                    <a:lnT>
                      <a:noFill/>
                    </a:lnT>
                    <a:lnB>
                      <a:noFill/>
                    </a:lnB>
                    <a:solidFill>
                      <a:srgbClr val="FFFFFF"/>
                    </a:solidFill>
                  </a:tcPr>
                </a:tc>
                <a:tc>
                  <a:txBody>
                    <a:bodyPr/>
                    <a:lstStyle/>
                    <a:p>
                      <a:pPr latinLnBrk="0"/>
                      <a:r>
                        <a:rPr lang="en-US" sz="1100">
                          <a:effectLst/>
                        </a:rPr>
                        <a:t>VLAN ID configured on the device. The value is all 0s in a Type 3 route.</a:t>
                      </a:r>
                    </a:p>
                  </a:txBody>
                  <a:tcPr marL="72521" marR="72521" marT="36250" marB="36250">
                    <a:lnL>
                      <a:noFill/>
                    </a:lnL>
                    <a:lnR>
                      <a:noFill/>
                    </a:lnR>
                    <a:lnT>
                      <a:noFill/>
                    </a:lnT>
                    <a:lnB>
                      <a:noFill/>
                    </a:lnB>
                    <a:solidFill>
                      <a:srgbClr val="FFFFFF"/>
                    </a:solidFill>
                  </a:tcPr>
                </a:tc>
                <a:extLst>
                  <a:ext uri="{0D108BD9-81ED-4DB2-BD59-A6C34878D82A}">
                    <a16:rowId xmlns:a16="http://schemas.microsoft.com/office/drawing/2014/main" val="3247075573"/>
                  </a:ext>
                </a:extLst>
              </a:tr>
              <a:tr h="398751">
                <a:tc>
                  <a:txBody>
                    <a:bodyPr/>
                    <a:lstStyle/>
                    <a:p>
                      <a:pPr latinLnBrk="0"/>
                      <a:r>
                        <a:rPr lang="en-US" sz="1100">
                          <a:effectLst/>
                        </a:rPr>
                        <a:t>IP Address Length</a:t>
                      </a:r>
                    </a:p>
                  </a:txBody>
                  <a:tcPr marL="72521" marR="72521" marT="36250" marB="36250">
                    <a:lnL>
                      <a:noFill/>
                    </a:lnL>
                    <a:lnR>
                      <a:noFill/>
                    </a:lnR>
                    <a:lnT>
                      <a:noFill/>
                    </a:lnT>
                    <a:lnB>
                      <a:noFill/>
                    </a:lnB>
                    <a:solidFill>
                      <a:srgbClr val="FFFFFF"/>
                    </a:solidFill>
                  </a:tcPr>
                </a:tc>
                <a:tc>
                  <a:txBody>
                    <a:bodyPr/>
                    <a:lstStyle/>
                    <a:p>
                      <a:pPr latinLnBrk="0"/>
                      <a:r>
                        <a:rPr lang="en-US" sz="1100">
                          <a:effectLst/>
                        </a:rPr>
                        <a:t>Mask length of the local VTEP's IP address carried in the route.</a:t>
                      </a:r>
                    </a:p>
                  </a:txBody>
                  <a:tcPr marL="72521" marR="72521" marT="36250" marB="36250">
                    <a:lnL>
                      <a:noFill/>
                    </a:lnL>
                    <a:lnR>
                      <a:noFill/>
                    </a:lnR>
                    <a:lnT>
                      <a:noFill/>
                    </a:lnT>
                    <a:lnB>
                      <a:noFill/>
                    </a:lnB>
                    <a:solidFill>
                      <a:srgbClr val="FFFFFF"/>
                    </a:solidFill>
                  </a:tcPr>
                </a:tc>
                <a:extLst>
                  <a:ext uri="{0D108BD9-81ED-4DB2-BD59-A6C34878D82A}">
                    <a16:rowId xmlns:a16="http://schemas.microsoft.com/office/drawing/2014/main" val="3151422554"/>
                  </a:ext>
                </a:extLst>
              </a:tr>
              <a:tr h="561876">
                <a:tc>
                  <a:txBody>
                    <a:bodyPr/>
                    <a:lstStyle/>
                    <a:p>
                      <a:pPr latinLnBrk="0"/>
                      <a:r>
                        <a:rPr lang="en-US" sz="1100">
                          <a:effectLst/>
                        </a:rPr>
                        <a:t>Originating Router's IP Address</a:t>
                      </a:r>
                    </a:p>
                  </a:txBody>
                  <a:tcPr marL="72521" marR="72521" marT="36250" marB="36250">
                    <a:lnL>
                      <a:noFill/>
                    </a:lnL>
                    <a:lnR>
                      <a:noFill/>
                    </a:lnR>
                    <a:lnT>
                      <a:noFill/>
                    </a:lnT>
                    <a:lnB>
                      <a:noFill/>
                    </a:lnB>
                    <a:solidFill>
                      <a:srgbClr val="FFFFFF"/>
                    </a:solidFill>
                  </a:tcPr>
                </a:tc>
                <a:tc>
                  <a:txBody>
                    <a:bodyPr/>
                    <a:lstStyle/>
                    <a:p>
                      <a:pPr latinLnBrk="0"/>
                      <a:r>
                        <a:rPr lang="en-US" sz="1100">
                          <a:effectLst/>
                        </a:rPr>
                        <a:t>Local VTEP's IP address carried in the route.</a:t>
                      </a:r>
                    </a:p>
                  </a:txBody>
                  <a:tcPr marL="72521" marR="72521" marT="36250" marB="36250">
                    <a:lnL>
                      <a:noFill/>
                    </a:lnL>
                    <a:lnR>
                      <a:noFill/>
                    </a:lnR>
                    <a:lnT>
                      <a:noFill/>
                    </a:lnT>
                    <a:lnB>
                      <a:noFill/>
                    </a:lnB>
                    <a:solidFill>
                      <a:srgbClr val="FFFFFF"/>
                    </a:solidFill>
                  </a:tcPr>
                </a:tc>
                <a:extLst>
                  <a:ext uri="{0D108BD9-81ED-4DB2-BD59-A6C34878D82A}">
                    <a16:rowId xmlns:a16="http://schemas.microsoft.com/office/drawing/2014/main" val="3070182991"/>
                  </a:ext>
                </a:extLst>
              </a:tr>
              <a:tr h="561876">
                <a:tc>
                  <a:txBody>
                    <a:bodyPr/>
                    <a:lstStyle/>
                    <a:p>
                      <a:pPr latinLnBrk="0"/>
                      <a:r>
                        <a:rPr lang="en-US" sz="1100">
                          <a:effectLst/>
                        </a:rPr>
                        <a:t>Flags</a:t>
                      </a:r>
                    </a:p>
                  </a:txBody>
                  <a:tcPr marL="72521" marR="72521" marT="36250" marB="36250">
                    <a:lnL>
                      <a:noFill/>
                    </a:lnL>
                    <a:lnR>
                      <a:noFill/>
                    </a:lnR>
                    <a:lnT>
                      <a:noFill/>
                    </a:lnT>
                    <a:lnB>
                      <a:noFill/>
                    </a:lnB>
                    <a:solidFill>
                      <a:srgbClr val="FFFFFF"/>
                    </a:solidFill>
                  </a:tcPr>
                </a:tc>
                <a:tc>
                  <a:txBody>
                    <a:bodyPr/>
                    <a:lstStyle/>
                    <a:p>
                      <a:pPr latinLnBrk="0"/>
                      <a:r>
                        <a:rPr lang="en-US" sz="1100">
                          <a:effectLst/>
                        </a:rPr>
                        <a:t>Flags indicating whether leaf node information is required for the tunnel.</a:t>
                      </a:r>
                    </a:p>
                    <a:p>
                      <a:pPr latinLnBrk="0"/>
                      <a:r>
                        <a:rPr lang="en-US" sz="1100">
                          <a:effectLst/>
                        </a:rPr>
                        <a:t>In a VXLAN scenario, this field is meaningless.</a:t>
                      </a:r>
                    </a:p>
                  </a:txBody>
                  <a:tcPr marL="72521" marR="72521" marT="36250" marB="36250">
                    <a:lnL>
                      <a:noFill/>
                    </a:lnL>
                    <a:lnR>
                      <a:noFill/>
                    </a:lnR>
                    <a:lnT>
                      <a:noFill/>
                    </a:lnT>
                    <a:lnB>
                      <a:noFill/>
                    </a:lnB>
                    <a:solidFill>
                      <a:srgbClr val="FFFFFF"/>
                    </a:solidFill>
                  </a:tcPr>
                </a:tc>
                <a:extLst>
                  <a:ext uri="{0D108BD9-81ED-4DB2-BD59-A6C34878D82A}">
                    <a16:rowId xmlns:a16="http://schemas.microsoft.com/office/drawing/2014/main" val="3426736806"/>
                  </a:ext>
                </a:extLst>
              </a:tr>
              <a:tr h="561876">
                <a:tc>
                  <a:txBody>
                    <a:bodyPr/>
                    <a:lstStyle/>
                    <a:p>
                      <a:pPr latinLnBrk="0"/>
                      <a:r>
                        <a:rPr lang="en-US" sz="1100">
                          <a:effectLst/>
                        </a:rPr>
                        <a:t>Tunnel Type</a:t>
                      </a:r>
                    </a:p>
                  </a:txBody>
                  <a:tcPr marL="72521" marR="72521" marT="36250" marB="36250">
                    <a:lnL>
                      <a:noFill/>
                    </a:lnL>
                    <a:lnR>
                      <a:noFill/>
                    </a:lnR>
                    <a:lnT>
                      <a:noFill/>
                    </a:lnT>
                    <a:lnB>
                      <a:noFill/>
                    </a:lnB>
                    <a:solidFill>
                      <a:srgbClr val="FFFFFF"/>
                    </a:solidFill>
                  </a:tcPr>
                </a:tc>
                <a:tc>
                  <a:txBody>
                    <a:bodyPr/>
                    <a:lstStyle/>
                    <a:p>
                      <a:pPr latinLnBrk="0"/>
                      <a:r>
                        <a:rPr lang="en-US" sz="1100">
                          <a:effectLst/>
                        </a:rPr>
                        <a:t>Tunnel type carried in the route. In a VXLAN scenario, the value must be </a:t>
                      </a:r>
                      <a:r>
                        <a:rPr lang="en-US" sz="1100" b="1" i="0">
                          <a:effectLst/>
                        </a:rPr>
                        <a:t>6: Ingress Replication</a:t>
                      </a:r>
                      <a:r>
                        <a:rPr lang="en-US" sz="1100">
                          <a:effectLst/>
                        </a:rPr>
                        <a:t> currently, which is used for BUM packet forwarding.</a:t>
                      </a:r>
                    </a:p>
                  </a:txBody>
                  <a:tcPr marL="72521" marR="72521" marT="36250" marB="36250">
                    <a:lnL>
                      <a:noFill/>
                    </a:lnL>
                    <a:lnR>
                      <a:noFill/>
                    </a:lnR>
                    <a:lnT>
                      <a:noFill/>
                    </a:lnT>
                    <a:lnB>
                      <a:noFill/>
                    </a:lnB>
                    <a:solidFill>
                      <a:srgbClr val="FFFFFF"/>
                    </a:solidFill>
                  </a:tcPr>
                </a:tc>
                <a:extLst>
                  <a:ext uri="{0D108BD9-81ED-4DB2-BD59-A6C34878D82A}">
                    <a16:rowId xmlns:a16="http://schemas.microsoft.com/office/drawing/2014/main" val="3777762921"/>
                  </a:ext>
                </a:extLst>
              </a:tr>
              <a:tr h="240140">
                <a:tc>
                  <a:txBody>
                    <a:bodyPr/>
                    <a:lstStyle/>
                    <a:p>
                      <a:pPr latinLnBrk="0"/>
                      <a:r>
                        <a:rPr lang="en-US" sz="1100">
                          <a:effectLst/>
                        </a:rPr>
                        <a:t>MPLS Label</a:t>
                      </a:r>
                    </a:p>
                  </a:txBody>
                  <a:tcPr marL="72521" marR="72521" marT="36250" marB="36250">
                    <a:lnL>
                      <a:noFill/>
                    </a:lnL>
                    <a:lnR>
                      <a:noFill/>
                    </a:lnR>
                    <a:lnT>
                      <a:noFill/>
                    </a:lnT>
                    <a:lnB>
                      <a:noFill/>
                    </a:lnB>
                    <a:solidFill>
                      <a:srgbClr val="FFFFFF"/>
                    </a:solidFill>
                  </a:tcPr>
                </a:tc>
                <a:tc>
                  <a:txBody>
                    <a:bodyPr/>
                    <a:lstStyle/>
                    <a:p>
                      <a:pPr latinLnBrk="0"/>
                      <a:r>
                        <a:rPr lang="en-US" sz="1100">
                          <a:effectLst/>
                        </a:rPr>
                        <a:t>L2VNI carried in the route.</a:t>
                      </a:r>
                    </a:p>
                  </a:txBody>
                  <a:tcPr marL="72521" marR="72521" marT="36250" marB="36250">
                    <a:lnL>
                      <a:noFill/>
                    </a:lnL>
                    <a:lnR>
                      <a:noFill/>
                    </a:lnR>
                    <a:lnT>
                      <a:noFill/>
                    </a:lnT>
                    <a:lnB>
                      <a:noFill/>
                    </a:lnB>
                    <a:solidFill>
                      <a:srgbClr val="FFFFFF"/>
                    </a:solidFill>
                  </a:tcPr>
                </a:tc>
                <a:extLst>
                  <a:ext uri="{0D108BD9-81ED-4DB2-BD59-A6C34878D82A}">
                    <a16:rowId xmlns:a16="http://schemas.microsoft.com/office/drawing/2014/main" val="2004596663"/>
                  </a:ext>
                </a:extLst>
              </a:tr>
              <a:tr h="561876">
                <a:tc>
                  <a:txBody>
                    <a:bodyPr/>
                    <a:lstStyle/>
                    <a:p>
                      <a:pPr latinLnBrk="0"/>
                      <a:r>
                        <a:rPr lang="en-US" sz="1100">
                          <a:effectLst/>
                        </a:rPr>
                        <a:t>Tunnel Identifier</a:t>
                      </a:r>
                    </a:p>
                  </a:txBody>
                  <a:tcPr marL="72521" marR="72521" marT="36250" marB="36250">
                    <a:lnL>
                      <a:noFill/>
                    </a:lnL>
                    <a:lnR>
                      <a:noFill/>
                    </a:lnR>
                    <a:lnT>
                      <a:noFill/>
                    </a:lnT>
                    <a:lnB>
                      <a:noFill/>
                    </a:lnB>
                    <a:solidFill>
                      <a:srgbClr val="FFFFFF"/>
                    </a:solidFill>
                  </a:tcPr>
                </a:tc>
                <a:tc>
                  <a:txBody>
                    <a:bodyPr/>
                    <a:lstStyle/>
                    <a:p>
                      <a:pPr latinLnBrk="0"/>
                      <a:r>
                        <a:rPr lang="en-US" sz="1100" dirty="0">
                          <a:effectLst/>
                        </a:rPr>
                        <a:t>Tunnel information carried in the route. In a VXLAN scenario, this field also indicates the local VTEP's IP address currently</a:t>
                      </a:r>
                    </a:p>
                  </a:txBody>
                  <a:tcPr marL="72521" marR="72521" marT="36250" marB="36250">
                    <a:lnL>
                      <a:noFill/>
                    </a:lnL>
                    <a:lnR>
                      <a:noFill/>
                    </a:lnR>
                    <a:lnT>
                      <a:noFill/>
                    </a:lnT>
                    <a:lnB>
                      <a:noFill/>
                    </a:lnB>
                    <a:solidFill>
                      <a:srgbClr val="FFFFFF"/>
                    </a:solidFill>
                  </a:tcPr>
                </a:tc>
                <a:extLst>
                  <a:ext uri="{0D108BD9-81ED-4DB2-BD59-A6C34878D82A}">
                    <a16:rowId xmlns:a16="http://schemas.microsoft.com/office/drawing/2014/main" val="227706355"/>
                  </a:ext>
                </a:extLst>
              </a:tr>
            </a:tbl>
          </a:graphicData>
        </a:graphic>
      </p:graphicFrame>
      <p:sp>
        <p:nvSpPr>
          <p:cNvPr id="56341" name="Title 1"/>
          <p:cNvSpPr>
            <a:spLocks noGrp="1"/>
          </p:cNvSpPr>
          <p:nvPr>
            <p:ph type="title"/>
          </p:nvPr>
        </p:nvSpPr>
        <p:spPr>
          <a:xfrm>
            <a:off x="533400" y="204788"/>
            <a:ext cx="8229600" cy="519112"/>
          </a:xfrm>
        </p:spPr>
        <p:txBody>
          <a:bodyPr/>
          <a:lstStyle/>
          <a:p>
            <a:pPr eaLnBrk="1" hangingPunct="1"/>
            <a:r>
              <a:rPr lang="en-US" altLang="en-US" sz="2400" b="0" smtClean="0">
                <a:latin typeface="Times" panose="02020603050405020304" pitchFamily="18" charset="0"/>
                <a:cs typeface="Times" panose="02020603050405020304" pitchFamily="18" charset="0"/>
              </a:rPr>
              <a:t>EVPN Type 3 Route: Advertise L2VNI and VTEP IP Address</a:t>
            </a:r>
            <a:endParaRPr lang="en-US" altLang="en-US" sz="2400" smtClean="0">
              <a:latin typeface="Times" panose="02020603050405020304" pitchFamily="18" charset="0"/>
              <a:cs typeface="Times" panose="02020603050405020304" pitchFamily="18" charset="0"/>
            </a:endParaRPr>
          </a:p>
        </p:txBody>
      </p:sp>
    </p:spTree>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2_SMU New 3">
  <a:themeElements>
    <a:clrScheme name="SMU">
      <a:dk1>
        <a:sysClr val="windowText" lastClr="000000"/>
      </a:dk1>
      <a:lt1>
        <a:sysClr val="window" lastClr="FFFFFF"/>
      </a:lt1>
      <a:dk2>
        <a:srgbClr val="032B66"/>
      </a:dk2>
      <a:lt2>
        <a:srgbClr val="E8E1C7"/>
      </a:lt2>
      <a:accent1>
        <a:srgbClr val="B10000"/>
      </a:accent1>
      <a:accent2>
        <a:srgbClr val="032B66"/>
      </a:accent2>
      <a:accent3>
        <a:srgbClr val="E8E1C7"/>
      </a:accent3>
      <a:accent4>
        <a:srgbClr val="0B2B58"/>
      </a:accent4>
      <a:accent5>
        <a:srgbClr val="5D6C93"/>
      </a:accent5>
      <a:accent6>
        <a:srgbClr val="F79646"/>
      </a:accent6>
      <a:hlink>
        <a:srgbClr val="0038A8"/>
      </a:hlink>
      <a:folHlink>
        <a:srgbClr val="B10000"/>
      </a:folHlink>
    </a:clrScheme>
    <a:fontScheme name="Revolution">
      <a:majorFont>
        <a:latin typeface="Trebuchet MS"/>
        <a:ea typeface=""/>
        <a:cs typeface=""/>
        <a:font script="Jpan" typeface="ＭＳ ゴシック"/>
        <a:font script="Hans" typeface="宋体"/>
        <a:font script="Hant" typeface="新細明體"/>
      </a:majorFont>
      <a:minorFont>
        <a:latin typeface="Trebuchet MS"/>
        <a:ea typeface=""/>
        <a:cs typeface=""/>
        <a:font script="Jpan" typeface="ＭＳ 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29434</TotalTime>
  <Words>1763</Words>
  <Application>Microsoft Office PowerPoint</Application>
  <PresentationFormat>On-screen Show (16:10)</PresentationFormat>
  <Paragraphs>192</Paragraphs>
  <Slides>33</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Times</vt:lpstr>
      <vt:lpstr>Helvetica</vt:lpstr>
      <vt:lpstr>Calibri</vt:lpstr>
      <vt:lpstr>Trebuchet MS</vt:lpstr>
      <vt:lpstr>DDG_ProximaNova</vt:lpstr>
      <vt:lpstr>LT_regular</vt:lpstr>
      <vt:lpstr>2_SMU New 3</vt:lpstr>
      <vt:lpstr>EETS 8332 Data Center Network Engineering</vt:lpstr>
      <vt:lpstr>PowerPoint Presentation</vt:lpstr>
      <vt:lpstr>ETHERNET PROBLEMS</vt:lpstr>
      <vt:lpstr>Ethernet evolution to solve problems</vt:lpstr>
      <vt:lpstr>Problems with VXLAN and others</vt:lpstr>
      <vt:lpstr>Ethernet Virtual Private Network (EVPN)</vt:lpstr>
      <vt:lpstr>Ethernet Virtual Private Network (EVPN) benefits</vt:lpstr>
      <vt:lpstr>PowerPoint Presentation</vt:lpstr>
      <vt:lpstr>BGP use in MPLS L3VPN</vt:lpstr>
      <vt:lpstr>PowerPoint Presentation</vt:lpstr>
      <vt:lpstr>VXLAN MP-BGP EVPN SUMMARY</vt:lpstr>
      <vt:lpstr>VXLAN MP-BGP EVPN SUMMARY</vt:lpstr>
      <vt:lpstr>VXLAN MP-BGP EVPN ADVANTAGES</vt:lpstr>
      <vt:lpstr>DISTRIBUTED ANYCAST GATEWAY</vt:lpstr>
      <vt:lpstr>DISTRIBUTED ANYCAST GATEWAY</vt:lpstr>
      <vt:lpstr>YOUTUBE</vt:lpstr>
      <vt:lpstr>PowerPoint Presentation</vt:lpstr>
      <vt:lpstr>Huawei  description of VXLAN BGP EVPN</vt:lpstr>
      <vt:lpstr>Topics to follow:</vt:lpstr>
      <vt:lpstr>Why was EVPN developed? </vt:lpstr>
      <vt:lpstr>BGP</vt:lpstr>
      <vt:lpstr>BGP + EVPN</vt:lpstr>
      <vt:lpstr>BGP + EVPN</vt:lpstr>
      <vt:lpstr>EVPN changes the paradigm: MAC addresses are also advertised in MP-BGP</vt:lpstr>
      <vt:lpstr>EVPN NLRI Messages Carried in BGP Update as Attribute Code 16</vt:lpstr>
      <vt:lpstr>EVPN Route Types</vt:lpstr>
      <vt:lpstr>EVPN Type 2 Route: VTEPs advertise MAC/IP </vt:lpstr>
      <vt:lpstr>EVPN Type 2 Route: VTEPs advertise MAC/IP </vt:lpstr>
      <vt:lpstr>EVPN Type 2 Route: VTEPs advertise MAC/IP </vt:lpstr>
      <vt:lpstr>EVPN Type 2 Route: VTEPs advertise MAC/IP </vt:lpstr>
      <vt:lpstr>EVPN Type 3 Route: Advertise L2VNI and VTEP IP Address</vt:lpstr>
      <vt:lpstr>EVPN Type 3 Route: Advertise L2VNI and VTEP IP Address</vt:lpstr>
      <vt:lpstr>EVPN Type 3 Route: Advertise L2VNI and VTEP IP Address</vt:lpstr>
    </vt:vector>
  </TitlesOfParts>
  <Company>SMU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James VanDyke</dc:creator>
  <cp:lastModifiedBy>Kingsley, Scott</cp:lastModifiedBy>
  <cp:revision>1017</cp:revision>
  <cp:lastPrinted>2022-04-17T23:15:31Z</cp:lastPrinted>
  <dcterms:created xsi:type="dcterms:W3CDTF">2009-12-04T00:24:29Z</dcterms:created>
  <dcterms:modified xsi:type="dcterms:W3CDTF">2022-10-09T16:38:51Z</dcterms:modified>
</cp:coreProperties>
</file>